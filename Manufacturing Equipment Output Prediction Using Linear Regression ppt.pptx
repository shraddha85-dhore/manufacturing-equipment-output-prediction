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25"/>
  </p:notesMasterIdLst>
  <p:sldIdLst>
    <p:sldId id="256" r:id="rId2"/>
    <p:sldId id="257" r:id="rId3"/>
    <p:sldId id="258" r:id="rId4"/>
    <p:sldId id="284" r:id="rId5"/>
    <p:sldId id="278" r:id="rId6"/>
    <p:sldId id="260" r:id="rId7"/>
    <p:sldId id="288" r:id="rId8"/>
    <p:sldId id="261" r:id="rId9"/>
    <p:sldId id="292" r:id="rId10"/>
    <p:sldId id="262" r:id="rId11"/>
    <p:sldId id="287" r:id="rId12"/>
    <p:sldId id="263" r:id="rId13"/>
    <p:sldId id="293" r:id="rId14"/>
    <p:sldId id="281" r:id="rId15"/>
    <p:sldId id="280" r:id="rId16"/>
    <p:sldId id="264" r:id="rId17"/>
    <p:sldId id="289" r:id="rId18"/>
    <p:sldId id="290" r:id="rId19"/>
    <p:sldId id="291" r:id="rId20"/>
    <p:sldId id="274" r:id="rId21"/>
    <p:sldId id="275" r:id="rId22"/>
    <p:sldId id="276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79624-2CEF-47C1-8A62-8E13D5A6F6A5}" v="62" dt="2026-06-26T09:38:00.517"/>
    <p1510:client id="{C7B6483F-99BB-4710-A703-AA5180B94961}" v="147" dt="2026-06-25T20:07:34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592" autoAdjust="0"/>
  </p:normalViewPr>
  <p:slideViewPr>
    <p:cSldViewPr snapToGrid="0" snapToObjects="1">
      <p:cViewPr varScale="1">
        <p:scale>
          <a:sx n="93" d="100"/>
          <a:sy n="93" d="100"/>
        </p:scale>
        <p:origin x="11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77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chiphad06@gmail.com" userId="9f5a27f430d400bd" providerId="LiveId" clId="{570F37C1-6F3A-44FF-9AE0-DCF76A03C500}"/>
    <pc:docChg chg="undo custSel addSld delSld modSld">
      <pc:chgData name="prachiphad06@gmail.com" userId="9f5a27f430d400bd" providerId="LiveId" clId="{570F37C1-6F3A-44FF-9AE0-DCF76A03C500}" dt="2026-06-26T09:38:55.463" v="790" actId="20577"/>
      <pc:docMkLst>
        <pc:docMk/>
      </pc:docMkLst>
      <pc:sldChg chg="modSp mod">
        <pc:chgData name="prachiphad06@gmail.com" userId="9f5a27f430d400bd" providerId="LiveId" clId="{570F37C1-6F3A-44FF-9AE0-DCF76A03C500}" dt="2026-06-26T09:38:55.463" v="790" actId="20577"/>
        <pc:sldMkLst>
          <pc:docMk/>
          <pc:sldMk cId="0" sldId="256"/>
        </pc:sldMkLst>
        <pc:spChg chg="mod">
          <ac:chgData name="prachiphad06@gmail.com" userId="9f5a27f430d400bd" providerId="LiveId" clId="{570F37C1-6F3A-44FF-9AE0-DCF76A03C500}" dt="2026-06-26T09:38:55.463" v="79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8:18:09.814" v="370" actId="27636"/>
        <pc:sldMkLst>
          <pc:docMk/>
          <pc:sldMk cId="0" sldId="257"/>
        </pc:sldMkLst>
        <pc:spChg chg="mod">
          <ac:chgData name="prachiphad06@gmail.com" userId="9f5a27f430d400bd" providerId="LiveId" clId="{570F37C1-6F3A-44FF-9AE0-DCF76A03C500}" dt="2026-06-26T08:18:09.814" v="370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6:10:57.106" v="213" actId="20577"/>
        <pc:sldMkLst>
          <pc:docMk/>
          <pc:sldMk cId="0" sldId="258"/>
        </pc:sldMkLst>
        <pc:spChg chg="mod">
          <ac:chgData name="prachiphad06@gmail.com" userId="9f5a27f430d400bd" providerId="LiveId" clId="{570F37C1-6F3A-44FF-9AE0-DCF76A03C500}" dt="2026-06-26T06:10:57.106" v="21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9:19:01.691" v="693"/>
        <pc:sldMkLst>
          <pc:docMk/>
          <pc:sldMk cId="0" sldId="260"/>
        </pc:sldMkLst>
        <pc:spChg chg="mod">
          <ac:chgData name="prachiphad06@gmail.com" userId="9f5a27f430d400bd" providerId="LiveId" clId="{570F37C1-6F3A-44FF-9AE0-DCF76A03C500}" dt="2026-06-26T09:19:01.691" v="69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5:15:21.411" v="27" actId="20577"/>
        <pc:sldMkLst>
          <pc:docMk/>
          <pc:sldMk cId="0" sldId="262"/>
        </pc:sldMkLst>
        <pc:graphicFrameChg chg="modGraphic">
          <ac:chgData name="prachiphad06@gmail.com" userId="9f5a27f430d400bd" providerId="LiveId" clId="{570F37C1-6F3A-44FF-9AE0-DCF76A03C500}" dt="2026-06-26T05:15:21.411" v="27" actId="20577"/>
          <ac:graphicFrameMkLst>
            <pc:docMk/>
            <pc:sldMk cId="0" sldId="262"/>
            <ac:graphicFrameMk id="14" creationId="{78C6E559-3C6C-7675-DC85-A3B2492F8ECF}"/>
          </ac:graphicFrameMkLst>
        </pc:graphicFrameChg>
      </pc:sldChg>
      <pc:sldChg chg="modSp mod">
        <pc:chgData name="prachiphad06@gmail.com" userId="9f5a27f430d400bd" providerId="LiveId" clId="{570F37C1-6F3A-44FF-9AE0-DCF76A03C500}" dt="2026-06-26T05:52:58.570" v="179" actId="20577"/>
        <pc:sldMkLst>
          <pc:docMk/>
          <pc:sldMk cId="0" sldId="264"/>
        </pc:sldMkLst>
        <pc:spChg chg="mod">
          <ac:chgData name="prachiphad06@gmail.com" userId="9f5a27f430d400bd" providerId="LiveId" clId="{570F37C1-6F3A-44FF-9AE0-DCF76A03C500}" dt="2026-06-26T05:52:58.570" v="179" actId="20577"/>
          <ac:spMkLst>
            <pc:docMk/>
            <pc:sldMk cId="0" sldId="264"/>
            <ac:spMk id="2" creationId="{00000000-0000-0000-0000-000000000000}"/>
          </ac:spMkLst>
        </pc:spChg>
      </pc:sldChg>
      <pc:sldChg chg="del">
        <pc:chgData name="prachiphad06@gmail.com" userId="9f5a27f430d400bd" providerId="LiveId" clId="{570F37C1-6F3A-44FF-9AE0-DCF76A03C500}" dt="2026-06-26T08:18:01.329" v="368" actId="2696"/>
        <pc:sldMkLst>
          <pc:docMk/>
          <pc:sldMk cId="2288809201" sldId="283"/>
        </pc:sldMkLst>
      </pc:sldChg>
      <pc:sldChg chg="modSp mod">
        <pc:chgData name="prachiphad06@gmail.com" userId="9f5a27f430d400bd" providerId="LiveId" clId="{570F37C1-6F3A-44FF-9AE0-DCF76A03C500}" dt="2026-06-26T06:12:37.593" v="261" actId="20577"/>
        <pc:sldMkLst>
          <pc:docMk/>
          <pc:sldMk cId="3009395311" sldId="284"/>
        </pc:sldMkLst>
        <pc:spChg chg="mod">
          <ac:chgData name="prachiphad06@gmail.com" userId="9f5a27f430d400bd" providerId="LiveId" clId="{570F37C1-6F3A-44FF-9AE0-DCF76A03C500}" dt="2026-06-26T06:12:37.593" v="261" actId="20577"/>
          <ac:spMkLst>
            <pc:docMk/>
            <pc:sldMk cId="3009395311" sldId="284"/>
            <ac:spMk id="3" creationId="{C2B8E9A0-A9F3-ED17-46B6-C23CD85700BE}"/>
          </ac:spMkLst>
        </pc:spChg>
      </pc:sldChg>
      <pc:sldChg chg="addSp delSp modSp new del mod">
        <pc:chgData name="prachiphad06@gmail.com" userId="9f5a27f430d400bd" providerId="LiveId" clId="{570F37C1-6F3A-44FF-9AE0-DCF76A03C500}" dt="2026-06-26T05:30:06.829" v="91" actId="2696"/>
        <pc:sldMkLst>
          <pc:docMk/>
          <pc:sldMk cId="587473674" sldId="285"/>
        </pc:sldMkLst>
        <pc:spChg chg="mod">
          <ac:chgData name="prachiphad06@gmail.com" userId="9f5a27f430d400bd" providerId="LiveId" clId="{570F37C1-6F3A-44FF-9AE0-DCF76A03C500}" dt="2026-06-26T05:29:11.409" v="84" actId="27636"/>
          <ac:spMkLst>
            <pc:docMk/>
            <pc:sldMk cId="587473674" sldId="285"/>
            <ac:spMk id="2" creationId="{8E20CDB5-146B-E53F-6C95-252A7136DE1A}"/>
          </ac:spMkLst>
        </pc:spChg>
        <pc:spChg chg="del">
          <ac:chgData name="prachiphad06@gmail.com" userId="9f5a27f430d400bd" providerId="LiveId" clId="{570F37C1-6F3A-44FF-9AE0-DCF76A03C500}" dt="2026-06-26T05:16:10.279" v="29" actId="931"/>
          <ac:spMkLst>
            <pc:docMk/>
            <pc:sldMk cId="587473674" sldId="285"/>
            <ac:spMk id="3" creationId="{2177D9C2-4155-9993-E1D0-B83D3EC84492}"/>
          </ac:spMkLst>
        </pc:spChg>
        <pc:spChg chg="mod">
          <ac:chgData name="prachiphad06@gmail.com" userId="9f5a27f430d400bd" providerId="LiveId" clId="{570F37C1-6F3A-44FF-9AE0-DCF76A03C500}" dt="2026-06-26T05:29:15.578" v="85" actId="14100"/>
          <ac:spMkLst>
            <pc:docMk/>
            <pc:sldMk cId="587473674" sldId="285"/>
            <ac:spMk id="4" creationId="{1EC030FB-A5CA-20BC-1C40-B197E24C80AC}"/>
          </ac:spMkLst>
        </pc:spChg>
        <pc:spChg chg="add del mod">
          <ac:chgData name="prachiphad06@gmail.com" userId="9f5a27f430d400bd" providerId="LiveId" clId="{570F37C1-6F3A-44FF-9AE0-DCF76A03C500}" dt="2026-06-26T05:18:57.910" v="37" actId="931"/>
          <ac:spMkLst>
            <pc:docMk/>
            <pc:sldMk cId="587473674" sldId="285"/>
            <ac:spMk id="8" creationId="{CA07AC77-0EDC-585C-BA20-00EAF44D2D8D}"/>
          </ac:spMkLst>
        </pc:spChg>
        <pc:spChg chg="add del mod">
          <ac:chgData name="prachiphad06@gmail.com" userId="9f5a27f430d400bd" providerId="LiveId" clId="{570F37C1-6F3A-44FF-9AE0-DCF76A03C500}" dt="2026-06-26T05:19:46.762" v="47" actId="931"/>
          <ac:spMkLst>
            <pc:docMk/>
            <pc:sldMk cId="587473674" sldId="285"/>
            <ac:spMk id="12" creationId="{2902E269-7DEA-59F2-985D-D5A37ECCC9F2}"/>
          </ac:spMkLst>
        </pc:spChg>
        <pc:spChg chg="add del mod">
          <ac:chgData name="prachiphad06@gmail.com" userId="9f5a27f430d400bd" providerId="LiveId" clId="{570F37C1-6F3A-44FF-9AE0-DCF76A03C500}" dt="2026-06-26T05:20:56.253" v="57" actId="931"/>
          <ac:spMkLst>
            <pc:docMk/>
            <pc:sldMk cId="587473674" sldId="285"/>
            <ac:spMk id="16" creationId="{A3E36F80-DDC3-EA27-D6B1-D09DB5B1E144}"/>
          </ac:spMkLst>
        </pc:spChg>
        <pc:spChg chg="add del mod">
          <ac:chgData name="prachiphad06@gmail.com" userId="9f5a27f430d400bd" providerId="LiveId" clId="{570F37C1-6F3A-44FF-9AE0-DCF76A03C500}" dt="2026-06-26T05:28:46.651" v="79" actId="931"/>
          <ac:spMkLst>
            <pc:docMk/>
            <pc:sldMk cId="587473674" sldId="285"/>
            <ac:spMk id="20" creationId="{F4866668-EDA6-0AC2-5910-995B35346902}"/>
          </ac:spMkLst>
        </pc:spChg>
        <pc:spChg chg="add del mod">
          <ac:chgData name="prachiphad06@gmail.com" userId="9f5a27f430d400bd" providerId="LiveId" clId="{570F37C1-6F3A-44FF-9AE0-DCF76A03C500}" dt="2026-06-26T05:29:49.560" v="89" actId="931"/>
          <ac:spMkLst>
            <pc:docMk/>
            <pc:sldMk cId="587473674" sldId="285"/>
            <ac:spMk id="24" creationId="{2F1F5178-DD97-E2EF-D2DB-D42DBF47F12D}"/>
          </ac:spMkLst>
        </pc:spChg>
        <pc:spChg chg="add mod">
          <ac:chgData name="prachiphad06@gmail.com" userId="9f5a27f430d400bd" providerId="LiveId" clId="{570F37C1-6F3A-44FF-9AE0-DCF76A03C500}" dt="2026-06-26T05:30:01.794" v="90" actId="21"/>
          <ac:spMkLst>
            <pc:docMk/>
            <pc:sldMk cId="587473674" sldId="285"/>
            <ac:spMk id="28" creationId="{02A81868-7FED-1C29-222C-DD730B2070BE}"/>
          </ac:spMkLst>
        </pc:spChg>
        <pc:picChg chg="add del mod ord">
          <ac:chgData name="prachiphad06@gmail.com" userId="9f5a27f430d400bd" providerId="LiveId" clId="{570F37C1-6F3A-44FF-9AE0-DCF76A03C500}" dt="2026-06-26T05:18:47.884" v="36" actId="21"/>
          <ac:picMkLst>
            <pc:docMk/>
            <pc:sldMk cId="587473674" sldId="285"/>
            <ac:picMk id="6" creationId="{01988F42-1D09-75DA-9598-B69AC7E147A9}"/>
          </ac:picMkLst>
        </pc:picChg>
        <pc:picChg chg="add del mod ord">
          <ac:chgData name="prachiphad06@gmail.com" userId="9f5a27f430d400bd" providerId="LiveId" clId="{570F37C1-6F3A-44FF-9AE0-DCF76A03C500}" dt="2026-06-26T05:19:10.499" v="39" actId="21"/>
          <ac:picMkLst>
            <pc:docMk/>
            <pc:sldMk cId="587473674" sldId="285"/>
            <ac:picMk id="10" creationId="{C219ECA1-D467-1931-AD97-D81DBBC325F9}"/>
          </ac:picMkLst>
        </pc:picChg>
        <pc:picChg chg="add del mod ord">
          <ac:chgData name="prachiphad06@gmail.com" userId="9f5a27f430d400bd" providerId="LiveId" clId="{570F37C1-6F3A-44FF-9AE0-DCF76A03C500}" dt="2026-06-26T05:20:10.420" v="49" actId="21"/>
          <ac:picMkLst>
            <pc:docMk/>
            <pc:sldMk cId="587473674" sldId="285"/>
            <ac:picMk id="14" creationId="{FD786387-29BE-5AF8-30D5-14882271982D}"/>
          </ac:picMkLst>
        </pc:picChg>
        <pc:picChg chg="add del mod ord">
          <ac:chgData name="prachiphad06@gmail.com" userId="9f5a27f430d400bd" providerId="LiveId" clId="{570F37C1-6F3A-44FF-9AE0-DCF76A03C500}" dt="2026-06-26T05:27:34.601" v="74" actId="21"/>
          <ac:picMkLst>
            <pc:docMk/>
            <pc:sldMk cId="587473674" sldId="285"/>
            <ac:picMk id="18" creationId="{05944F6C-0A3C-066A-0E79-151520E10BFF}"/>
          </ac:picMkLst>
        </pc:picChg>
        <pc:picChg chg="add del mod ord">
          <ac:chgData name="prachiphad06@gmail.com" userId="9f5a27f430d400bd" providerId="LiveId" clId="{570F37C1-6F3A-44FF-9AE0-DCF76A03C500}" dt="2026-06-26T05:28:57.025" v="81" actId="21"/>
          <ac:picMkLst>
            <pc:docMk/>
            <pc:sldMk cId="587473674" sldId="285"/>
            <ac:picMk id="22" creationId="{AA972F39-0AEC-645A-2CC5-73EAA45B0295}"/>
          </ac:picMkLst>
        </pc:picChg>
        <pc:picChg chg="add del mod ord">
          <ac:chgData name="prachiphad06@gmail.com" userId="9f5a27f430d400bd" providerId="LiveId" clId="{570F37C1-6F3A-44FF-9AE0-DCF76A03C500}" dt="2026-06-26T05:30:01.794" v="90" actId="21"/>
          <ac:picMkLst>
            <pc:docMk/>
            <pc:sldMk cId="587473674" sldId="285"/>
            <ac:picMk id="26" creationId="{6947FB55-6443-BB93-08EE-DF9DCE3F7A6C}"/>
          </ac:picMkLst>
        </pc:picChg>
      </pc:sldChg>
      <pc:sldChg chg="addSp delSp modSp new del mod">
        <pc:chgData name="prachiphad06@gmail.com" userId="9f5a27f430d400bd" providerId="LiveId" clId="{570F37C1-6F3A-44FF-9AE0-DCF76A03C500}" dt="2026-06-26T05:14:56.049" v="10" actId="2696"/>
        <pc:sldMkLst>
          <pc:docMk/>
          <pc:sldMk cId="3236013784" sldId="285"/>
        </pc:sldMkLst>
        <pc:spChg chg="mod">
          <ac:chgData name="prachiphad06@gmail.com" userId="9f5a27f430d400bd" providerId="LiveId" clId="{570F37C1-6F3A-44FF-9AE0-DCF76A03C500}" dt="2026-06-26T05:14:49.662" v="9" actId="14100"/>
          <ac:spMkLst>
            <pc:docMk/>
            <pc:sldMk cId="3236013784" sldId="285"/>
            <ac:spMk id="2" creationId="{EB1B7990-452E-15EC-063C-76B0CEF1CBA6}"/>
          </ac:spMkLst>
        </pc:spChg>
        <pc:spChg chg="del">
          <ac:chgData name="prachiphad06@gmail.com" userId="9f5a27f430d400bd" providerId="LiveId" clId="{570F37C1-6F3A-44FF-9AE0-DCF76A03C500}" dt="2026-06-26T05:14:32.487" v="5" actId="931"/>
          <ac:spMkLst>
            <pc:docMk/>
            <pc:sldMk cId="3236013784" sldId="285"/>
            <ac:spMk id="3" creationId="{815AF254-CA58-E23E-E572-320B2C46245A}"/>
          </ac:spMkLst>
        </pc:spChg>
        <pc:picChg chg="add mod ord">
          <ac:chgData name="prachiphad06@gmail.com" userId="9f5a27f430d400bd" providerId="LiveId" clId="{570F37C1-6F3A-44FF-9AE0-DCF76A03C500}" dt="2026-06-26T05:14:45.345" v="8" actId="1076"/>
          <ac:picMkLst>
            <pc:docMk/>
            <pc:sldMk cId="3236013784" sldId="285"/>
            <ac:picMk id="6" creationId="{BF8F01FC-A454-F4EB-AAB2-99AF48698F4F}"/>
          </ac:picMkLst>
        </pc:picChg>
      </pc:sldChg>
      <pc:sldChg chg="addSp delSp modSp new del mod">
        <pc:chgData name="prachiphad06@gmail.com" userId="9f5a27f430d400bd" providerId="LiveId" clId="{570F37C1-6F3A-44FF-9AE0-DCF76A03C500}" dt="2026-06-26T08:27:23.908" v="373" actId="2696"/>
        <pc:sldMkLst>
          <pc:docMk/>
          <pc:sldMk cId="791033613" sldId="286"/>
        </pc:sldMkLst>
        <pc:spChg chg="mod">
          <ac:chgData name="prachiphad06@gmail.com" userId="9f5a27f430d400bd" providerId="LiveId" clId="{570F37C1-6F3A-44FF-9AE0-DCF76A03C500}" dt="2026-06-26T05:25:31.684" v="70"/>
          <ac:spMkLst>
            <pc:docMk/>
            <pc:sldMk cId="791033613" sldId="286"/>
            <ac:spMk id="2" creationId="{8545C4F3-69EB-5EFC-733B-0B38E10696FF}"/>
          </ac:spMkLst>
        </pc:spChg>
        <pc:spChg chg="del mod">
          <ac:chgData name="prachiphad06@gmail.com" userId="9f5a27f430d400bd" providerId="LiveId" clId="{570F37C1-6F3A-44FF-9AE0-DCF76A03C500}" dt="2026-06-26T05:24:44.677" v="68" actId="931"/>
          <ac:spMkLst>
            <pc:docMk/>
            <pc:sldMk cId="791033613" sldId="286"/>
            <ac:spMk id="3" creationId="{3CAF265B-F8BB-2EAB-1D0A-F514BC52DBAE}"/>
          </ac:spMkLst>
        </pc:spChg>
        <pc:spChg chg="mod">
          <ac:chgData name="prachiphad06@gmail.com" userId="9f5a27f430d400bd" providerId="LiveId" clId="{570F37C1-6F3A-44FF-9AE0-DCF76A03C500}" dt="2026-06-26T05:26:07.750" v="73" actId="207"/>
          <ac:spMkLst>
            <pc:docMk/>
            <pc:sldMk cId="791033613" sldId="286"/>
            <ac:spMk id="4" creationId="{B210783D-6E50-B39B-E5A2-2ABE60581255}"/>
          </ac:spMkLst>
        </pc:spChg>
        <pc:spChg chg="add mod">
          <ac:chgData name="prachiphad06@gmail.com" userId="9f5a27f430d400bd" providerId="LiveId" clId="{570F37C1-6F3A-44FF-9AE0-DCF76A03C500}" dt="2026-06-26T08:27:16.134" v="372" actId="21"/>
          <ac:spMkLst>
            <pc:docMk/>
            <pc:sldMk cId="791033613" sldId="286"/>
            <ac:spMk id="5" creationId="{B5CE5CDF-DB86-75D4-CD1D-6A2943B923AF}"/>
          </ac:spMkLst>
        </pc:spChg>
        <pc:picChg chg="add del mod ord">
          <ac:chgData name="prachiphad06@gmail.com" userId="9f5a27f430d400bd" providerId="LiveId" clId="{570F37C1-6F3A-44FF-9AE0-DCF76A03C500}" dt="2026-06-26T08:27:16.134" v="372" actId="21"/>
          <ac:picMkLst>
            <pc:docMk/>
            <pc:sldMk cId="791033613" sldId="286"/>
            <ac:picMk id="6" creationId="{7DDBA637-3C9E-DBD0-5E4B-D7AC4C2B40FB}"/>
          </ac:picMkLst>
        </pc:picChg>
      </pc:sldChg>
      <pc:sldChg chg="new del">
        <pc:chgData name="prachiphad06@gmail.com" userId="9f5a27f430d400bd" providerId="LiveId" clId="{570F37C1-6F3A-44FF-9AE0-DCF76A03C500}" dt="2026-06-26T05:30:44.221" v="93" actId="2696"/>
        <pc:sldMkLst>
          <pc:docMk/>
          <pc:sldMk cId="1789872257" sldId="287"/>
        </pc:sldMkLst>
      </pc:sldChg>
      <pc:sldChg chg="addSp delSp modSp new mod">
        <pc:chgData name="prachiphad06@gmail.com" userId="9f5a27f430d400bd" providerId="LiveId" clId="{570F37C1-6F3A-44FF-9AE0-DCF76A03C500}" dt="2026-06-26T08:59:41.964" v="511" actId="21"/>
        <pc:sldMkLst>
          <pc:docMk/>
          <pc:sldMk cId="3046637288" sldId="287"/>
        </pc:sldMkLst>
        <pc:spChg chg="add del mod">
          <ac:chgData name="prachiphad06@gmail.com" userId="9f5a27f430d400bd" providerId="LiveId" clId="{570F37C1-6F3A-44FF-9AE0-DCF76A03C500}" dt="2026-06-26T08:59:17.840" v="508" actId="12084"/>
          <ac:spMkLst>
            <pc:docMk/>
            <pc:sldMk cId="3046637288" sldId="287"/>
            <ac:spMk id="2" creationId="{FC168FE5-9FFE-FB72-897A-63629ADA89F4}"/>
          </ac:spMkLst>
        </pc:spChg>
        <pc:spChg chg="add del mod">
          <ac:chgData name="prachiphad06@gmail.com" userId="9f5a27f430d400bd" providerId="LiveId" clId="{570F37C1-6F3A-44FF-9AE0-DCF76A03C500}" dt="2026-06-26T05:41:10.938" v="114" actId="12084"/>
          <ac:spMkLst>
            <pc:docMk/>
            <pc:sldMk cId="3046637288" sldId="287"/>
            <ac:spMk id="6" creationId="{88D68D4E-59AC-DC8B-EC6D-AD2FB445530B}"/>
          </ac:spMkLst>
        </pc:spChg>
        <pc:graphicFrameChg chg="add mod">
          <ac:chgData name="prachiphad06@gmail.com" userId="9f5a27f430d400bd" providerId="LiveId" clId="{570F37C1-6F3A-44FF-9AE0-DCF76A03C500}" dt="2026-06-26T08:59:23.264" v="509" actId="14100"/>
          <ac:graphicFrameMkLst>
            <pc:docMk/>
            <pc:sldMk cId="3046637288" sldId="287"/>
            <ac:graphicFrameMk id="3" creationId="{2E27A5DA-6DF8-5D88-0B26-536ABF1EB9A9}"/>
          </ac:graphicFrameMkLst>
        </pc:graphicFrameChg>
        <pc:graphicFrameChg chg="add del mod">
          <ac:chgData name="prachiphad06@gmail.com" userId="9f5a27f430d400bd" providerId="LiveId" clId="{570F37C1-6F3A-44FF-9AE0-DCF76A03C500}" dt="2026-06-26T08:59:41.964" v="511" actId="21"/>
          <ac:graphicFrameMkLst>
            <pc:docMk/>
            <pc:sldMk cId="3046637288" sldId="287"/>
            <ac:graphicFrameMk id="7" creationId="{B2BEF18A-D9F4-3823-19C4-8F838B1F0E6A}"/>
          </ac:graphicFrameMkLst>
        </pc:graphicFrameChg>
        <pc:picChg chg="add del mod">
          <ac:chgData name="prachiphad06@gmail.com" userId="9f5a27f430d400bd" providerId="LiveId" clId="{570F37C1-6F3A-44FF-9AE0-DCF76A03C500}" dt="2026-06-26T05:31:33.060" v="97" actId="21"/>
          <ac:picMkLst>
            <pc:docMk/>
            <pc:sldMk cId="3046637288" sldId="287"/>
            <ac:picMk id="3" creationId="{4F7D8234-C99A-1BF1-4369-096B1807BCC1}"/>
          </ac:picMkLst>
        </pc:picChg>
        <pc:picChg chg="add mod modCrop">
          <ac:chgData name="prachiphad06@gmail.com" userId="9f5a27f430d400bd" providerId="LiveId" clId="{570F37C1-6F3A-44FF-9AE0-DCF76A03C500}" dt="2026-06-26T08:59:32.034" v="510" actId="1076"/>
          <ac:picMkLst>
            <pc:docMk/>
            <pc:sldMk cId="3046637288" sldId="287"/>
            <ac:picMk id="5" creationId="{51585F70-4110-0915-780F-91090BEF4879}"/>
          </ac:picMkLst>
        </pc:picChg>
      </pc:sldChg>
      <pc:sldChg chg="addSp delSp modSp new mod">
        <pc:chgData name="prachiphad06@gmail.com" userId="9f5a27f430d400bd" providerId="LiveId" clId="{570F37C1-6F3A-44FF-9AE0-DCF76A03C500}" dt="2026-06-26T08:26:22.226" v="371" actId="14100"/>
        <pc:sldMkLst>
          <pc:docMk/>
          <pc:sldMk cId="17854707" sldId="288"/>
        </pc:sldMkLst>
        <pc:spChg chg="mod">
          <ac:chgData name="prachiphad06@gmail.com" userId="9f5a27f430d400bd" providerId="LiveId" clId="{570F37C1-6F3A-44FF-9AE0-DCF76A03C500}" dt="2026-06-26T05:50:16.629" v="162" actId="14100"/>
          <ac:spMkLst>
            <pc:docMk/>
            <pc:sldMk cId="17854707" sldId="288"/>
            <ac:spMk id="2" creationId="{7C9B2BBA-1334-2FBE-0978-21079005C042}"/>
          </ac:spMkLst>
        </pc:spChg>
        <pc:spChg chg="del mod">
          <ac:chgData name="prachiphad06@gmail.com" userId="9f5a27f430d400bd" providerId="LiveId" clId="{570F37C1-6F3A-44FF-9AE0-DCF76A03C500}" dt="2026-06-26T05:48:14.748" v="152" actId="931"/>
          <ac:spMkLst>
            <pc:docMk/>
            <pc:sldMk cId="17854707" sldId="288"/>
            <ac:spMk id="3" creationId="{9E2A9EF0-FD5B-76DC-FF55-4940BE82FF4E}"/>
          </ac:spMkLst>
        </pc:spChg>
        <pc:spChg chg="mod">
          <ac:chgData name="prachiphad06@gmail.com" userId="9f5a27f430d400bd" providerId="LiveId" clId="{570F37C1-6F3A-44FF-9AE0-DCF76A03C500}" dt="2026-06-26T05:50:52.543" v="165" actId="207"/>
          <ac:spMkLst>
            <pc:docMk/>
            <pc:sldMk cId="17854707" sldId="288"/>
            <ac:spMk id="4" creationId="{F5CB74EC-18B2-B968-57F2-696EF72BB823}"/>
          </ac:spMkLst>
        </pc:spChg>
        <pc:picChg chg="add mod ord modCrop">
          <ac:chgData name="prachiphad06@gmail.com" userId="9f5a27f430d400bd" providerId="LiveId" clId="{570F37C1-6F3A-44FF-9AE0-DCF76A03C500}" dt="2026-06-26T08:26:22.226" v="371" actId="14100"/>
          <ac:picMkLst>
            <pc:docMk/>
            <pc:sldMk cId="17854707" sldId="288"/>
            <ac:picMk id="6" creationId="{8E18CF83-1002-A20C-72C5-E69E67012905}"/>
          </ac:picMkLst>
        </pc:picChg>
      </pc:sldChg>
      <pc:sldChg chg="addSp delSp modSp new mod">
        <pc:chgData name="prachiphad06@gmail.com" userId="9f5a27f430d400bd" providerId="LiveId" clId="{570F37C1-6F3A-44FF-9AE0-DCF76A03C500}" dt="2026-06-26T05:59:26.428" v="197" actId="14100"/>
        <pc:sldMkLst>
          <pc:docMk/>
          <pc:sldMk cId="587071150" sldId="289"/>
        </pc:sldMkLst>
        <pc:spChg chg="add del mod">
          <ac:chgData name="prachiphad06@gmail.com" userId="9f5a27f430d400bd" providerId="LiveId" clId="{570F37C1-6F3A-44FF-9AE0-DCF76A03C500}" dt="2026-06-26T05:59:14.042" v="193" actId="12084"/>
          <ac:spMkLst>
            <pc:docMk/>
            <pc:sldMk cId="587071150" sldId="289"/>
            <ac:spMk id="4" creationId="{391C5808-C225-4EAB-0E67-BFCC4C98A6F1}"/>
          </ac:spMkLst>
        </pc:spChg>
        <pc:graphicFrameChg chg="add mod">
          <ac:chgData name="prachiphad06@gmail.com" userId="9f5a27f430d400bd" providerId="LiveId" clId="{570F37C1-6F3A-44FF-9AE0-DCF76A03C500}" dt="2026-06-26T05:58:25.704" v="191" actId="12094"/>
          <ac:graphicFrameMkLst>
            <pc:docMk/>
            <pc:sldMk cId="587071150" sldId="289"/>
            <ac:graphicFrameMk id="5" creationId="{BA29E49C-196B-FDEB-B4D2-A86D0A2099D5}"/>
          </ac:graphicFrameMkLst>
        </pc:graphicFrameChg>
        <pc:graphicFrameChg chg="add mod">
          <ac:chgData name="prachiphad06@gmail.com" userId="9f5a27f430d400bd" providerId="LiveId" clId="{570F37C1-6F3A-44FF-9AE0-DCF76A03C500}" dt="2026-06-26T05:59:26.428" v="197" actId="14100"/>
          <ac:graphicFrameMkLst>
            <pc:docMk/>
            <pc:sldMk cId="587071150" sldId="289"/>
            <ac:graphicFrameMk id="6" creationId="{EE7D2BD7-9332-3ABD-48C5-70861AB7F515}"/>
          </ac:graphicFrameMkLst>
        </pc:graphicFrameChg>
        <pc:picChg chg="add mod modCrop">
          <ac:chgData name="prachiphad06@gmail.com" userId="9f5a27f430d400bd" providerId="LiveId" clId="{570F37C1-6F3A-44FF-9AE0-DCF76A03C500}" dt="2026-06-26T05:55:59.163" v="187" actId="14100"/>
          <ac:picMkLst>
            <pc:docMk/>
            <pc:sldMk cId="587071150" sldId="289"/>
            <ac:picMk id="3" creationId="{B24D2121-69FE-3701-9792-A0564CDB0009}"/>
          </ac:picMkLst>
        </pc:picChg>
      </pc:sldChg>
      <pc:sldChg chg="addSp delSp modSp new mod">
        <pc:chgData name="prachiphad06@gmail.com" userId="9f5a27f430d400bd" providerId="LiveId" clId="{570F37C1-6F3A-44FF-9AE0-DCF76A03C500}" dt="2026-06-26T06:03:03.958" v="207" actId="14100"/>
        <pc:sldMkLst>
          <pc:docMk/>
          <pc:sldMk cId="1684910385" sldId="290"/>
        </pc:sldMkLst>
        <pc:picChg chg="add del mod">
          <ac:chgData name="prachiphad06@gmail.com" userId="9f5a27f430d400bd" providerId="LiveId" clId="{570F37C1-6F3A-44FF-9AE0-DCF76A03C500}" dt="2026-06-26T06:00:17.294" v="200" actId="21"/>
          <ac:picMkLst>
            <pc:docMk/>
            <pc:sldMk cId="1684910385" sldId="290"/>
            <ac:picMk id="3" creationId="{833D2300-96BD-44EA-24AD-FC7507ED3E0D}"/>
          </ac:picMkLst>
        </pc:picChg>
        <pc:picChg chg="add mod">
          <ac:chgData name="prachiphad06@gmail.com" userId="9f5a27f430d400bd" providerId="LiveId" clId="{570F37C1-6F3A-44FF-9AE0-DCF76A03C500}" dt="2026-06-26T06:03:03.958" v="207" actId="14100"/>
          <ac:picMkLst>
            <pc:docMk/>
            <pc:sldMk cId="1684910385" sldId="290"/>
            <ac:picMk id="5" creationId="{3D0D579C-626B-317F-7BBF-B27A78650DAF}"/>
          </ac:picMkLst>
        </pc:picChg>
      </pc:sldChg>
      <pc:sldChg chg="addSp modSp new mod">
        <pc:chgData name="prachiphad06@gmail.com" userId="9f5a27f430d400bd" providerId="LiveId" clId="{570F37C1-6F3A-44FF-9AE0-DCF76A03C500}" dt="2026-06-26T06:03:53.023" v="212" actId="1076"/>
        <pc:sldMkLst>
          <pc:docMk/>
          <pc:sldMk cId="3362438423" sldId="291"/>
        </pc:sldMkLst>
        <pc:picChg chg="add mod">
          <ac:chgData name="prachiphad06@gmail.com" userId="9f5a27f430d400bd" providerId="LiveId" clId="{570F37C1-6F3A-44FF-9AE0-DCF76A03C500}" dt="2026-06-26T06:03:53.023" v="212" actId="1076"/>
          <ac:picMkLst>
            <pc:docMk/>
            <pc:sldMk cId="3362438423" sldId="291"/>
            <ac:picMk id="3" creationId="{7A1BA101-2C71-F6B0-36AD-08B4235387BF}"/>
          </ac:picMkLst>
        </pc:picChg>
      </pc:sldChg>
      <pc:sldChg chg="delSp modSp new del mod">
        <pc:chgData name="prachiphad06@gmail.com" userId="9f5a27f430d400bd" providerId="LiveId" clId="{570F37C1-6F3A-44FF-9AE0-DCF76A03C500}" dt="2026-06-26T08:29:14.663" v="383" actId="2696"/>
        <pc:sldMkLst>
          <pc:docMk/>
          <pc:sldMk cId="1331300355" sldId="292"/>
        </pc:sldMkLst>
        <pc:spChg chg="mod">
          <ac:chgData name="prachiphad06@gmail.com" userId="9f5a27f430d400bd" providerId="LiveId" clId="{570F37C1-6F3A-44FF-9AE0-DCF76A03C500}" dt="2026-06-26T08:28:54.791" v="381" actId="14100"/>
          <ac:spMkLst>
            <pc:docMk/>
            <pc:sldMk cId="1331300355" sldId="292"/>
            <ac:spMk id="7" creationId="{87521355-2622-BBB3-F2A4-E666D841D1B4}"/>
          </ac:spMkLst>
        </pc:spChg>
        <pc:spChg chg="del">
          <ac:chgData name="prachiphad06@gmail.com" userId="9f5a27f430d400bd" providerId="LiveId" clId="{570F37C1-6F3A-44FF-9AE0-DCF76A03C500}" dt="2026-06-26T08:29:06.013" v="382" actId="478"/>
          <ac:spMkLst>
            <pc:docMk/>
            <pc:sldMk cId="1331300355" sldId="292"/>
            <ac:spMk id="8" creationId="{EBE28C2A-3BE2-1B48-1B08-16C9D3F56664}"/>
          </ac:spMkLst>
        </pc:spChg>
        <pc:spChg chg="del">
          <ac:chgData name="prachiphad06@gmail.com" userId="9f5a27f430d400bd" providerId="LiveId" clId="{570F37C1-6F3A-44FF-9AE0-DCF76A03C500}" dt="2026-06-26T08:28:31.252" v="377" actId="478"/>
          <ac:spMkLst>
            <pc:docMk/>
            <pc:sldMk cId="1331300355" sldId="292"/>
            <ac:spMk id="9" creationId="{9249B512-7E21-AB2D-40DE-AE3009C3E2A9}"/>
          </ac:spMkLst>
        </pc:spChg>
        <pc:spChg chg="del">
          <ac:chgData name="prachiphad06@gmail.com" userId="9f5a27f430d400bd" providerId="LiveId" clId="{570F37C1-6F3A-44FF-9AE0-DCF76A03C500}" dt="2026-06-26T08:28:16.016" v="375" actId="21"/>
          <ac:spMkLst>
            <pc:docMk/>
            <pc:sldMk cId="1331300355" sldId="292"/>
            <ac:spMk id="10" creationId="{9DDEFED4-49DF-264B-FE8D-4181322FA09C}"/>
          </ac:spMkLst>
        </pc:spChg>
        <pc:spChg chg="del">
          <ac:chgData name="prachiphad06@gmail.com" userId="9f5a27f430d400bd" providerId="LiveId" clId="{570F37C1-6F3A-44FF-9AE0-DCF76A03C500}" dt="2026-06-26T08:28:27.704" v="376" actId="478"/>
          <ac:spMkLst>
            <pc:docMk/>
            <pc:sldMk cId="1331300355" sldId="292"/>
            <ac:spMk id="11" creationId="{FC68B8CE-E806-5EE0-3311-81D04ACA8979}"/>
          </ac:spMkLst>
        </pc:spChg>
      </pc:sldChg>
      <pc:sldChg chg="addSp delSp modSp new mod">
        <pc:chgData name="prachiphad06@gmail.com" userId="9f5a27f430d400bd" providerId="LiveId" clId="{570F37C1-6F3A-44FF-9AE0-DCF76A03C500}" dt="2026-06-26T09:25:13.835" v="716" actId="1076"/>
        <pc:sldMkLst>
          <pc:docMk/>
          <pc:sldMk cId="4273028965" sldId="292"/>
        </pc:sldMkLst>
        <pc:spChg chg="add del mod">
          <ac:chgData name="prachiphad06@gmail.com" userId="9f5a27f430d400bd" providerId="LiveId" clId="{570F37C1-6F3A-44FF-9AE0-DCF76A03C500}" dt="2026-06-26T08:38:33.173" v="409" actId="12084"/>
          <ac:spMkLst>
            <pc:docMk/>
            <pc:sldMk cId="4273028965" sldId="292"/>
            <ac:spMk id="6" creationId="{AA1A7E4D-FB97-8B7B-52E6-D9900C98A129}"/>
          </ac:spMkLst>
        </pc:spChg>
        <pc:spChg chg="add del mod">
          <ac:chgData name="prachiphad06@gmail.com" userId="9f5a27f430d400bd" providerId="LiveId" clId="{570F37C1-6F3A-44FF-9AE0-DCF76A03C500}" dt="2026-06-26T08:39:40.403" v="413" actId="12084"/>
          <ac:spMkLst>
            <pc:docMk/>
            <pc:sldMk cId="4273028965" sldId="292"/>
            <ac:spMk id="8" creationId="{090D7F6B-97E8-22F7-5D8C-1046AADCA381}"/>
          </ac:spMkLst>
        </pc:spChg>
        <pc:spChg chg="add del mod">
          <ac:chgData name="prachiphad06@gmail.com" userId="9f5a27f430d400bd" providerId="LiveId" clId="{570F37C1-6F3A-44FF-9AE0-DCF76A03C500}" dt="2026-06-26T09:23:49.579" v="707" actId="1076"/>
          <ac:spMkLst>
            <pc:docMk/>
            <pc:sldMk cId="4273028965" sldId="292"/>
            <ac:spMk id="10" creationId="{D6B37CDF-F8E8-E9E2-28C7-E86A1EEE34B3}"/>
          </ac:spMkLst>
        </pc:spChg>
        <pc:spChg chg="add del mod">
          <ac:chgData name="prachiphad06@gmail.com" userId="9f5a27f430d400bd" providerId="LiveId" clId="{570F37C1-6F3A-44FF-9AE0-DCF76A03C500}" dt="2026-06-26T09:23:36.384" v="705" actId="12084"/>
          <ac:spMkLst>
            <pc:docMk/>
            <pc:sldMk cId="4273028965" sldId="292"/>
            <ac:spMk id="11" creationId="{55E16F80-4176-BC95-EE35-DB5494CDDA32}"/>
          </ac:spMkLst>
        </pc:spChg>
        <pc:spChg chg="add del mod">
          <ac:chgData name="prachiphad06@gmail.com" userId="9f5a27f430d400bd" providerId="LiveId" clId="{570F37C1-6F3A-44FF-9AE0-DCF76A03C500}" dt="2026-06-26T08:53:36.372" v="475" actId="22"/>
          <ac:spMkLst>
            <pc:docMk/>
            <pc:sldMk cId="4273028965" sldId="292"/>
            <ac:spMk id="15" creationId="{77B9E45D-2B58-4065-1E65-F7AE56F544DA}"/>
          </ac:spMkLst>
        </pc:spChg>
        <pc:graphicFrameChg chg="add mod">
          <ac:chgData name="prachiphad06@gmail.com" userId="9f5a27f430d400bd" providerId="LiveId" clId="{570F37C1-6F3A-44FF-9AE0-DCF76A03C500}" dt="2026-06-26T08:43:38.542" v="428" actId="14100"/>
          <ac:graphicFrameMkLst>
            <pc:docMk/>
            <pc:sldMk cId="4273028965" sldId="292"/>
            <ac:graphicFrameMk id="7" creationId="{E580C7E4-1517-BBD2-6909-EA90C1A5DCB9}"/>
          </ac:graphicFrameMkLst>
        </pc:graphicFrameChg>
        <pc:graphicFrameChg chg="add mod modGraphic">
          <ac:chgData name="prachiphad06@gmail.com" userId="9f5a27f430d400bd" providerId="LiveId" clId="{570F37C1-6F3A-44FF-9AE0-DCF76A03C500}" dt="2026-06-26T09:25:13.835" v="716" actId="1076"/>
          <ac:graphicFrameMkLst>
            <pc:docMk/>
            <pc:sldMk cId="4273028965" sldId="292"/>
            <ac:graphicFrameMk id="9" creationId="{09142AD6-CC0D-ECE3-D7A6-DDD46A9442B3}"/>
          </ac:graphicFrameMkLst>
        </pc:graphicFrameChg>
        <pc:graphicFrameChg chg="add mod">
          <ac:chgData name="prachiphad06@gmail.com" userId="9f5a27f430d400bd" providerId="LiveId" clId="{570F37C1-6F3A-44FF-9AE0-DCF76A03C500}" dt="2026-06-26T08:47:57.011" v="454" actId="12084"/>
          <ac:graphicFrameMkLst>
            <pc:docMk/>
            <pc:sldMk cId="4273028965" sldId="292"/>
            <ac:graphicFrameMk id="12" creationId="{46D7D141-91F0-3F5A-F323-ED12A7A242A6}"/>
          </ac:graphicFrameMkLst>
        </pc:graphicFrameChg>
        <pc:graphicFrameChg chg="add mod">
          <ac:chgData name="prachiphad06@gmail.com" userId="9f5a27f430d400bd" providerId="LiveId" clId="{570F37C1-6F3A-44FF-9AE0-DCF76A03C500}" dt="2026-06-26T08:50:54.267" v="463"/>
          <ac:graphicFrameMkLst>
            <pc:docMk/>
            <pc:sldMk cId="4273028965" sldId="292"/>
            <ac:graphicFrameMk id="13" creationId="{DE35F857-1639-94D4-F1EC-2DF5866D1B79}"/>
          </ac:graphicFrameMkLst>
        </pc:graphicFrameChg>
        <pc:graphicFrameChg chg="add mod">
          <ac:chgData name="prachiphad06@gmail.com" userId="9f5a27f430d400bd" providerId="LiveId" clId="{570F37C1-6F3A-44FF-9AE0-DCF76A03C500}" dt="2026-06-26T09:23:34.927" v="704" actId="14100"/>
          <ac:graphicFrameMkLst>
            <pc:docMk/>
            <pc:sldMk cId="4273028965" sldId="292"/>
            <ac:graphicFrameMk id="16" creationId="{11B6852B-82BE-8685-A0A4-26AC9D38DDF0}"/>
          </ac:graphicFrameMkLst>
        </pc:graphicFrameChg>
        <pc:picChg chg="add mod">
          <ac:chgData name="prachiphad06@gmail.com" userId="9f5a27f430d400bd" providerId="LiveId" clId="{570F37C1-6F3A-44FF-9AE0-DCF76A03C500}" dt="2026-06-26T08:43:48.321" v="429" actId="1076"/>
          <ac:picMkLst>
            <pc:docMk/>
            <pc:sldMk cId="4273028965" sldId="292"/>
            <ac:picMk id="3" creationId="{01DB790E-A238-6797-EF96-828384CE62FF}"/>
          </ac:picMkLst>
        </pc:picChg>
        <pc:picChg chg="add del mod">
          <ac:chgData name="prachiphad06@gmail.com" userId="9f5a27f430d400bd" providerId="LiveId" clId="{570F37C1-6F3A-44FF-9AE0-DCF76A03C500}" dt="2026-06-26T08:53:34.293" v="472" actId="478"/>
          <ac:picMkLst>
            <pc:docMk/>
            <pc:sldMk cId="4273028965" sldId="292"/>
            <ac:picMk id="5" creationId="{74617BF8-B294-7A37-7933-EAC77A9C9D95}"/>
          </ac:picMkLst>
        </pc:picChg>
      </pc:sldChg>
      <pc:sldChg chg="addSp delSp modSp new mod">
        <pc:chgData name="prachiphad06@gmail.com" userId="9f5a27f430d400bd" providerId="LiveId" clId="{570F37C1-6F3A-44FF-9AE0-DCF76A03C500}" dt="2026-06-26T09:14:32.836" v="597" actId="207"/>
        <pc:sldMkLst>
          <pc:docMk/>
          <pc:sldMk cId="3866910542" sldId="293"/>
        </pc:sldMkLst>
        <pc:spChg chg="add del mod">
          <ac:chgData name="prachiphad06@gmail.com" userId="9f5a27f430d400bd" providerId="LiveId" clId="{570F37C1-6F3A-44FF-9AE0-DCF76A03C500}" dt="2026-06-26T09:03:14.307" v="538" actId="12084"/>
          <ac:spMkLst>
            <pc:docMk/>
            <pc:sldMk cId="3866910542" sldId="293"/>
            <ac:spMk id="4" creationId="{FF88E6AA-8A75-4FC6-7AAA-FD61A4099C86}"/>
          </ac:spMkLst>
        </pc:spChg>
        <pc:spChg chg="add del mod">
          <ac:chgData name="prachiphad06@gmail.com" userId="9f5a27f430d400bd" providerId="LiveId" clId="{570F37C1-6F3A-44FF-9AE0-DCF76A03C500}" dt="2026-06-26T09:11:24.925" v="572" actId="12084"/>
          <ac:spMkLst>
            <pc:docMk/>
            <pc:sldMk cId="3866910542" sldId="293"/>
            <ac:spMk id="10" creationId="{83F29F21-6667-0C33-619A-3691C93DC115}"/>
          </ac:spMkLst>
        </pc:spChg>
        <pc:spChg chg="add del mod">
          <ac:chgData name="prachiphad06@gmail.com" userId="9f5a27f430d400bd" providerId="LiveId" clId="{570F37C1-6F3A-44FF-9AE0-DCF76A03C500}" dt="2026-06-26T09:13:03.024" v="587"/>
          <ac:spMkLst>
            <pc:docMk/>
            <pc:sldMk cId="3866910542" sldId="293"/>
            <ac:spMk id="12" creationId="{E16E24C3-AFBD-333B-EEC2-3BACE815CE00}"/>
          </ac:spMkLst>
        </pc:spChg>
        <pc:spChg chg="add mod">
          <ac:chgData name="prachiphad06@gmail.com" userId="9f5a27f430d400bd" providerId="LiveId" clId="{570F37C1-6F3A-44FF-9AE0-DCF76A03C500}" dt="2026-06-26T09:14:32.836" v="597" actId="207"/>
          <ac:spMkLst>
            <pc:docMk/>
            <pc:sldMk cId="3866910542" sldId="293"/>
            <ac:spMk id="13" creationId="{129A9C03-ABD6-62FE-FE35-259B6EFA4AE3}"/>
          </ac:spMkLst>
        </pc:spChg>
        <pc:graphicFrameChg chg="add mod">
          <ac:chgData name="prachiphad06@gmail.com" userId="9f5a27f430d400bd" providerId="LiveId" clId="{570F37C1-6F3A-44FF-9AE0-DCF76A03C500}" dt="2026-06-26T09:12:11.217" v="584" actId="14100"/>
          <ac:graphicFrameMkLst>
            <pc:docMk/>
            <pc:sldMk cId="3866910542" sldId="293"/>
            <ac:graphicFrameMk id="5" creationId="{C4F3187D-DB54-773B-CEF3-5F86C30C52B6}"/>
          </ac:graphicFrameMkLst>
        </pc:graphicFrameChg>
        <pc:graphicFrameChg chg="add mod">
          <ac:chgData name="prachiphad06@gmail.com" userId="9f5a27f430d400bd" providerId="LiveId" clId="{570F37C1-6F3A-44FF-9AE0-DCF76A03C500}" dt="2026-06-26T09:11:40.089" v="576" actId="1076"/>
          <ac:graphicFrameMkLst>
            <pc:docMk/>
            <pc:sldMk cId="3866910542" sldId="293"/>
            <ac:graphicFrameMk id="11" creationId="{84D526E1-DCBD-AA2D-65A2-EABFF90B80E5}"/>
          </ac:graphicFrameMkLst>
        </pc:graphicFrameChg>
        <pc:picChg chg="add mod modCrop">
          <ac:chgData name="prachiphad06@gmail.com" userId="9f5a27f430d400bd" providerId="LiveId" clId="{570F37C1-6F3A-44FF-9AE0-DCF76A03C500}" dt="2026-06-26T09:10:32.082" v="568" actId="14100"/>
          <ac:picMkLst>
            <pc:docMk/>
            <pc:sldMk cId="3866910542" sldId="293"/>
            <ac:picMk id="3" creationId="{D2F0AAA7-40AB-4E42-B51F-586B206E32FF}"/>
          </ac:picMkLst>
        </pc:picChg>
        <pc:picChg chg="add del mod">
          <ac:chgData name="prachiphad06@gmail.com" userId="9f5a27f430d400bd" providerId="LiveId" clId="{570F37C1-6F3A-44FF-9AE0-DCF76A03C500}" dt="2026-06-26T09:04:05.946" v="543" actId="21"/>
          <ac:picMkLst>
            <pc:docMk/>
            <pc:sldMk cId="3866910542" sldId="293"/>
            <ac:picMk id="7" creationId="{59BCBAB5-5E6F-B4C2-443F-C093FD6F6D8C}"/>
          </ac:picMkLst>
        </pc:picChg>
        <pc:picChg chg="add mod modCrop">
          <ac:chgData name="prachiphad06@gmail.com" userId="9f5a27f430d400bd" providerId="LiveId" clId="{570F37C1-6F3A-44FF-9AE0-DCF76A03C500}" dt="2026-06-26T09:10:25.242" v="567" actId="1076"/>
          <ac:picMkLst>
            <pc:docMk/>
            <pc:sldMk cId="3866910542" sldId="293"/>
            <ac:picMk id="9" creationId="{BE19A81D-1196-4035-DA85-A98A99F629FE}"/>
          </ac:picMkLst>
        </pc:picChg>
      </pc:sldChg>
    </pc:docChg>
  </pc:docChgLst>
</pc:chgInfo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C86303-68F6-4362-B580-71DC483C217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7DB9EC-EECB-4B98-B783-D3DCE36FB40E}">
      <dgm:prSet custT="1"/>
      <dgm:spPr/>
      <dgm:t>
        <a:bodyPr/>
        <a:lstStyle/>
        <a:p>
          <a:r>
            <a:rPr lang="en-US" sz="1400" b="1" i="0" dirty="0"/>
            <a:t>Data Collection and Loading</a:t>
          </a:r>
          <a:endParaRPr lang="en-IN" sz="1400" dirty="0"/>
        </a:p>
      </dgm:t>
    </dgm:pt>
    <dgm:pt modelId="{995206D2-2A63-4F29-8126-BA06EDD7C6B2}" type="parTrans" cxnId="{A5C91461-4532-4DE4-AF48-FE569E3D6AB0}">
      <dgm:prSet/>
      <dgm:spPr/>
      <dgm:t>
        <a:bodyPr/>
        <a:lstStyle/>
        <a:p>
          <a:endParaRPr lang="en-IN"/>
        </a:p>
      </dgm:t>
    </dgm:pt>
    <dgm:pt modelId="{0479570B-6DF1-4AB1-A868-7942C82E6E32}" type="sibTrans" cxnId="{A5C91461-4532-4DE4-AF48-FE569E3D6AB0}">
      <dgm:prSet/>
      <dgm:spPr/>
      <dgm:t>
        <a:bodyPr/>
        <a:lstStyle/>
        <a:p>
          <a:endParaRPr lang="en-IN"/>
        </a:p>
      </dgm:t>
    </dgm:pt>
    <dgm:pt modelId="{F6BB0FDE-DCD9-42A1-A6D0-3907D4A97ABE}">
      <dgm:prSet custT="1"/>
      <dgm:spPr/>
      <dgm:t>
        <a:bodyPr/>
        <a:lstStyle/>
        <a:p>
          <a:r>
            <a:rPr lang="en-US" sz="1400" b="1" i="0" dirty="0"/>
            <a:t>Data Preprocessing</a:t>
          </a:r>
          <a:endParaRPr lang="en-IN" sz="1400" dirty="0"/>
        </a:p>
      </dgm:t>
    </dgm:pt>
    <dgm:pt modelId="{86A5E427-DD57-4343-9C08-9BC716A3A88F}" type="parTrans" cxnId="{0F12C707-FAC2-4596-A90A-331DF4AE42E2}">
      <dgm:prSet/>
      <dgm:spPr/>
      <dgm:t>
        <a:bodyPr/>
        <a:lstStyle/>
        <a:p>
          <a:endParaRPr lang="en-IN"/>
        </a:p>
      </dgm:t>
    </dgm:pt>
    <dgm:pt modelId="{1C861D70-32F1-4788-92AE-EC6CB5D1A28E}" type="sibTrans" cxnId="{0F12C707-FAC2-4596-A90A-331DF4AE42E2}">
      <dgm:prSet/>
      <dgm:spPr/>
      <dgm:t>
        <a:bodyPr/>
        <a:lstStyle/>
        <a:p>
          <a:endParaRPr lang="en-IN"/>
        </a:p>
      </dgm:t>
    </dgm:pt>
    <dgm:pt modelId="{F7964979-B3EB-497A-856E-B78A1252C2E2}">
      <dgm:prSet custT="1"/>
      <dgm:spPr/>
      <dgm:t>
        <a:bodyPr/>
        <a:lstStyle/>
        <a:p>
          <a:r>
            <a:rPr lang="en-US" sz="1400" b="1" i="0" dirty="0"/>
            <a:t>Exploratory Data Analysis(EDA)</a:t>
          </a:r>
          <a:endParaRPr lang="en-IN" sz="1400" dirty="0"/>
        </a:p>
      </dgm:t>
    </dgm:pt>
    <dgm:pt modelId="{1A9F9F5D-D890-4560-9593-B5C6DDC8F90F}" type="parTrans" cxnId="{44E7F059-75F7-4E61-AC77-6ECA867C93F3}">
      <dgm:prSet/>
      <dgm:spPr/>
      <dgm:t>
        <a:bodyPr/>
        <a:lstStyle/>
        <a:p>
          <a:endParaRPr lang="en-IN"/>
        </a:p>
      </dgm:t>
    </dgm:pt>
    <dgm:pt modelId="{1AE8C8D9-A6FA-42AA-9E08-46D68CF37585}" type="sibTrans" cxnId="{44E7F059-75F7-4E61-AC77-6ECA867C93F3}">
      <dgm:prSet/>
      <dgm:spPr/>
      <dgm:t>
        <a:bodyPr/>
        <a:lstStyle/>
        <a:p>
          <a:endParaRPr lang="en-IN"/>
        </a:p>
      </dgm:t>
    </dgm:pt>
    <dgm:pt modelId="{24B2D445-078D-487A-924E-4CFAC4D1EA01}">
      <dgm:prSet custT="1"/>
      <dgm:spPr/>
      <dgm:t>
        <a:bodyPr/>
        <a:lstStyle/>
        <a:p>
          <a:r>
            <a:rPr lang="en-US" sz="1400" b="1" i="0" dirty="0"/>
            <a:t>Feature Engineering</a:t>
          </a:r>
          <a:endParaRPr lang="en-IN" sz="1400" dirty="0"/>
        </a:p>
      </dgm:t>
    </dgm:pt>
    <dgm:pt modelId="{BF1AF9F8-16D9-4204-A00B-B9A406F47028}" type="parTrans" cxnId="{40C4B817-E229-4344-AE20-DDD8C06D2E53}">
      <dgm:prSet/>
      <dgm:spPr/>
      <dgm:t>
        <a:bodyPr/>
        <a:lstStyle/>
        <a:p>
          <a:endParaRPr lang="en-IN"/>
        </a:p>
      </dgm:t>
    </dgm:pt>
    <dgm:pt modelId="{5CB6978F-E6A0-40D6-ACFA-79FEEB70BD65}" type="sibTrans" cxnId="{40C4B817-E229-4344-AE20-DDD8C06D2E53}">
      <dgm:prSet/>
      <dgm:spPr/>
      <dgm:t>
        <a:bodyPr/>
        <a:lstStyle/>
        <a:p>
          <a:endParaRPr lang="en-IN"/>
        </a:p>
      </dgm:t>
    </dgm:pt>
    <dgm:pt modelId="{34E93581-2356-4AA5-ADA0-30968B38AC77}">
      <dgm:prSet custT="1"/>
      <dgm:spPr/>
      <dgm:t>
        <a:bodyPr/>
        <a:lstStyle/>
        <a:p>
          <a:r>
            <a:rPr lang="en-US" sz="1400" b="1" i="0" dirty="0"/>
            <a:t>Model Training using Linear Regression</a:t>
          </a:r>
          <a:endParaRPr lang="en-IN" sz="1400" dirty="0"/>
        </a:p>
      </dgm:t>
    </dgm:pt>
    <dgm:pt modelId="{47AB7797-E5E4-4B2E-B7D0-3EEF9D24F1B0}" type="parTrans" cxnId="{C9F526CF-4561-4858-BD7D-95F4EE881586}">
      <dgm:prSet/>
      <dgm:spPr/>
      <dgm:t>
        <a:bodyPr/>
        <a:lstStyle/>
        <a:p>
          <a:endParaRPr lang="en-IN"/>
        </a:p>
      </dgm:t>
    </dgm:pt>
    <dgm:pt modelId="{3F765CFC-579F-4876-9318-348AF4565232}" type="sibTrans" cxnId="{C9F526CF-4561-4858-BD7D-95F4EE881586}">
      <dgm:prSet/>
      <dgm:spPr/>
      <dgm:t>
        <a:bodyPr/>
        <a:lstStyle/>
        <a:p>
          <a:endParaRPr lang="en-IN"/>
        </a:p>
      </dgm:t>
    </dgm:pt>
    <dgm:pt modelId="{913A431B-8369-4CBC-9837-5328E5DC7303}">
      <dgm:prSet custT="1"/>
      <dgm:spPr/>
      <dgm:t>
        <a:bodyPr/>
        <a:lstStyle/>
        <a:p>
          <a:r>
            <a:rPr lang="en-US" sz="1400" b="1" i="0" dirty="0"/>
            <a:t>Model Evaluation</a:t>
          </a:r>
          <a:endParaRPr lang="en-IN" sz="1400" dirty="0"/>
        </a:p>
      </dgm:t>
    </dgm:pt>
    <dgm:pt modelId="{3942E3D9-705B-4B6B-A83D-CB192A999A78}" type="parTrans" cxnId="{796A9C3F-E3D4-4A9E-B4B1-8E87053625E5}">
      <dgm:prSet/>
      <dgm:spPr/>
      <dgm:t>
        <a:bodyPr/>
        <a:lstStyle/>
        <a:p>
          <a:endParaRPr lang="en-IN"/>
        </a:p>
      </dgm:t>
    </dgm:pt>
    <dgm:pt modelId="{C28E147F-ECAD-46BB-AB7E-0002740E7850}" type="sibTrans" cxnId="{796A9C3F-E3D4-4A9E-B4B1-8E87053625E5}">
      <dgm:prSet/>
      <dgm:spPr/>
      <dgm:t>
        <a:bodyPr/>
        <a:lstStyle/>
        <a:p>
          <a:endParaRPr lang="en-IN"/>
        </a:p>
      </dgm:t>
    </dgm:pt>
    <dgm:pt modelId="{9DEE1BDC-B7B4-419F-824C-D0C91E761BC4}">
      <dgm:prSet custT="1"/>
      <dgm:spPr/>
      <dgm:t>
        <a:bodyPr/>
        <a:lstStyle/>
        <a:p>
          <a:r>
            <a:rPr lang="en-US" sz="1400" b="1" i="0" dirty="0"/>
            <a:t>Deployment using </a:t>
          </a:r>
          <a:r>
            <a:rPr lang="en-US" sz="1400" b="1" i="0" dirty="0" err="1"/>
            <a:t>Streamlit</a:t>
          </a:r>
          <a:r>
            <a:rPr lang="en-US" sz="1400" b="1" i="0" dirty="0"/>
            <a:t> and Docker</a:t>
          </a:r>
          <a:endParaRPr lang="en-IN" sz="1400" dirty="0"/>
        </a:p>
      </dgm:t>
    </dgm:pt>
    <dgm:pt modelId="{17F8684D-40FF-4F20-9778-4C7519FA1CD8}" type="parTrans" cxnId="{79A5E06C-8D85-41F6-B421-FBB6135CA5ED}">
      <dgm:prSet/>
      <dgm:spPr/>
      <dgm:t>
        <a:bodyPr/>
        <a:lstStyle/>
        <a:p>
          <a:endParaRPr lang="en-IN"/>
        </a:p>
      </dgm:t>
    </dgm:pt>
    <dgm:pt modelId="{5708D8A4-9B84-4D61-B06A-BAEBE9551F9E}" type="sibTrans" cxnId="{79A5E06C-8D85-41F6-B421-FBB6135CA5ED}">
      <dgm:prSet/>
      <dgm:spPr/>
      <dgm:t>
        <a:bodyPr/>
        <a:lstStyle/>
        <a:p>
          <a:endParaRPr lang="en-IN"/>
        </a:p>
      </dgm:t>
    </dgm:pt>
    <dgm:pt modelId="{26C731DD-626B-4F12-B685-4E04BD607DD6}" type="pres">
      <dgm:prSet presAssocID="{2BC86303-68F6-4362-B580-71DC483C2173}" presName="compositeShape" presStyleCnt="0">
        <dgm:presLayoutVars>
          <dgm:dir/>
          <dgm:resizeHandles/>
        </dgm:presLayoutVars>
      </dgm:prSet>
      <dgm:spPr/>
    </dgm:pt>
    <dgm:pt modelId="{E04CBECF-0732-4792-9F0B-53AB79450A5B}" type="pres">
      <dgm:prSet presAssocID="{2BC86303-68F6-4362-B580-71DC483C2173}" presName="pyramid" presStyleLbl="node1" presStyleIdx="0" presStyleCnt="1"/>
      <dgm:spPr>
        <a:ln>
          <a:solidFill>
            <a:schemeClr val="accent4">
              <a:lumMod val="50000"/>
            </a:schemeClr>
          </a:solidFill>
        </a:ln>
      </dgm:spPr>
    </dgm:pt>
    <dgm:pt modelId="{F332ED5B-34F6-4240-8138-B5B86B7139AF}" type="pres">
      <dgm:prSet presAssocID="{2BC86303-68F6-4362-B580-71DC483C2173}" presName="theList" presStyleCnt="0"/>
      <dgm:spPr/>
    </dgm:pt>
    <dgm:pt modelId="{7C786D21-292A-4CB4-8902-58A2AD0B1993}" type="pres">
      <dgm:prSet presAssocID="{9D7DB9EC-EECB-4B98-B783-D3DCE36FB40E}" presName="aNode" presStyleLbl="fgAcc1" presStyleIdx="0" presStyleCnt="7" custScaleY="118947" custLinFactNeighborX="2296" custLinFactNeighborY="84235">
        <dgm:presLayoutVars>
          <dgm:bulletEnabled val="1"/>
        </dgm:presLayoutVars>
      </dgm:prSet>
      <dgm:spPr/>
    </dgm:pt>
    <dgm:pt modelId="{746DCE88-0E85-470F-B648-6D46D52FB94C}" type="pres">
      <dgm:prSet presAssocID="{9D7DB9EC-EECB-4B98-B783-D3DCE36FB40E}" presName="aSpace" presStyleCnt="0"/>
      <dgm:spPr/>
    </dgm:pt>
    <dgm:pt modelId="{8BD60B49-1366-42BB-A946-FD4B34AEF9C6}" type="pres">
      <dgm:prSet presAssocID="{F6BB0FDE-DCD9-42A1-A6D0-3907D4A97ABE}" presName="aNode" presStyleLbl="fgAcc1" presStyleIdx="1" presStyleCnt="7" custScaleX="104272" custScaleY="124492" custLinFactY="24943" custLinFactNeighborX="350" custLinFactNeighborY="100000">
        <dgm:presLayoutVars>
          <dgm:bulletEnabled val="1"/>
        </dgm:presLayoutVars>
      </dgm:prSet>
      <dgm:spPr/>
    </dgm:pt>
    <dgm:pt modelId="{E347DE60-791B-493D-96D3-73CCC7CB6D4A}" type="pres">
      <dgm:prSet presAssocID="{F6BB0FDE-DCD9-42A1-A6D0-3907D4A97ABE}" presName="aSpace" presStyleCnt="0"/>
      <dgm:spPr/>
    </dgm:pt>
    <dgm:pt modelId="{6C079EF6-2B95-4E02-9085-BE49744A2AD1}" type="pres">
      <dgm:prSet presAssocID="{F7964979-B3EB-497A-856E-B78A1252C2E2}" presName="aNode" presStyleLbl="fgAcc1" presStyleIdx="2" presStyleCnt="7" custScaleX="100916" custScaleY="149410" custLinFactY="30086" custLinFactNeighborX="3663" custLinFactNeighborY="100000">
        <dgm:presLayoutVars>
          <dgm:bulletEnabled val="1"/>
        </dgm:presLayoutVars>
      </dgm:prSet>
      <dgm:spPr/>
    </dgm:pt>
    <dgm:pt modelId="{84EAE3DB-6502-4994-AEA9-E3D5C269B4C1}" type="pres">
      <dgm:prSet presAssocID="{F7964979-B3EB-497A-856E-B78A1252C2E2}" presName="aSpace" presStyleCnt="0"/>
      <dgm:spPr/>
    </dgm:pt>
    <dgm:pt modelId="{F23A4F1C-4406-434C-B8F9-D530452AECDA}" type="pres">
      <dgm:prSet presAssocID="{24B2D445-078D-487A-924E-4CFAC4D1EA01}" presName="aNode" presStyleLbl="fgAcc1" presStyleIdx="3" presStyleCnt="7" custScaleY="148691" custLinFactY="34977" custLinFactNeighborX="4396" custLinFactNeighborY="100000">
        <dgm:presLayoutVars>
          <dgm:bulletEnabled val="1"/>
        </dgm:presLayoutVars>
      </dgm:prSet>
      <dgm:spPr/>
    </dgm:pt>
    <dgm:pt modelId="{6C6057F2-B820-4D2C-AF06-1674EA23AAF2}" type="pres">
      <dgm:prSet presAssocID="{24B2D445-078D-487A-924E-4CFAC4D1EA01}" presName="aSpace" presStyleCnt="0"/>
      <dgm:spPr/>
    </dgm:pt>
    <dgm:pt modelId="{412D3219-851A-4840-8341-2ABD3C2B4057}" type="pres">
      <dgm:prSet presAssocID="{34E93581-2356-4AA5-ADA0-30968B38AC77}" presName="aNode" presStyleLbl="fgAcc1" presStyleIdx="4" presStyleCnt="7" custScaleX="99084" custScaleY="136317" custLinFactY="43101" custLinFactNeighborX="2564" custLinFactNeighborY="100000">
        <dgm:presLayoutVars>
          <dgm:bulletEnabled val="1"/>
        </dgm:presLayoutVars>
      </dgm:prSet>
      <dgm:spPr/>
    </dgm:pt>
    <dgm:pt modelId="{195E02B4-99F6-4188-A77D-85023E0F5932}" type="pres">
      <dgm:prSet presAssocID="{34E93581-2356-4AA5-ADA0-30968B38AC77}" presName="aSpace" presStyleCnt="0"/>
      <dgm:spPr/>
    </dgm:pt>
    <dgm:pt modelId="{18F788EB-933B-411C-BEC4-CCB933A68C0D}" type="pres">
      <dgm:prSet presAssocID="{913A431B-8369-4CBC-9837-5328E5DC7303}" presName="aNode" presStyleLbl="fgAcc1" presStyleIdx="5" presStyleCnt="7" custScaleX="102564" custScaleY="138454" custLinFactY="50217" custLinFactNeighborX="4029" custLinFactNeighborY="100000">
        <dgm:presLayoutVars>
          <dgm:bulletEnabled val="1"/>
        </dgm:presLayoutVars>
      </dgm:prSet>
      <dgm:spPr/>
    </dgm:pt>
    <dgm:pt modelId="{28121301-CB0C-4852-BDC9-1C9CB77C3691}" type="pres">
      <dgm:prSet presAssocID="{913A431B-8369-4CBC-9837-5328E5DC7303}" presName="aSpace" presStyleCnt="0"/>
      <dgm:spPr/>
    </dgm:pt>
    <dgm:pt modelId="{C82F4699-6E41-4EBF-9D68-F210C7CED8DD}" type="pres">
      <dgm:prSet presAssocID="{9DEE1BDC-B7B4-419F-824C-D0C91E761BC4}" presName="aNode" presStyleLbl="fgAcc1" presStyleIdx="6" presStyleCnt="7" custScaleX="98901" custScaleY="156676" custLinFactY="65105" custLinFactNeighborX="2564" custLinFactNeighborY="100000">
        <dgm:presLayoutVars>
          <dgm:bulletEnabled val="1"/>
        </dgm:presLayoutVars>
      </dgm:prSet>
      <dgm:spPr/>
    </dgm:pt>
    <dgm:pt modelId="{F6788EE1-EDDF-4AC6-8735-829FCB6443BE}" type="pres">
      <dgm:prSet presAssocID="{9DEE1BDC-B7B4-419F-824C-D0C91E761BC4}" presName="aSpace" presStyleCnt="0"/>
      <dgm:spPr/>
    </dgm:pt>
  </dgm:ptLst>
  <dgm:cxnLst>
    <dgm:cxn modelId="{0F12C707-FAC2-4596-A90A-331DF4AE42E2}" srcId="{2BC86303-68F6-4362-B580-71DC483C2173}" destId="{F6BB0FDE-DCD9-42A1-A6D0-3907D4A97ABE}" srcOrd="1" destOrd="0" parTransId="{86A5E427-DD57-4343-9C08-9BC716A3A88F}" sibTransId="{1C861D70-32F1-4788-92AE-EC6CB5D1A28E}"/>
    <dgm:cxn modelId="{354FD215-E672-45F3-AE86-DB14BE857BF6}" type="presOf" srcId="{2BC86303-68F6-4362-B580-71DC483C2173}" destId="{26C731DD-626B-4F12-B685-4E04BD607DD6}" srcOrd="0" destOrd="0" presId="urn:microsoft.com/office/officeart/2005/8/layout/pyramid2"/>
    <dgm:cxn modelId="{40C4B817-E229-4344-AE20-DDD8C06D2E53}" srcId="{2BC86303-68F6-4362-B580-71DC483C2173}" destId="{24B2D445-078D-487A-924E-4CFAC4D1EA01}" srcOrd="3" destOrd="0" parTransId="{BF1AF9F8-16D9-4204-A00B-B9A406F47028}" sibTransId="{5CB6978F-E6A0-40D6-ACFA-79FEEB70BD65}"/>
    <dgm:cxn modelId="{3E64AA37-33C7-4A4F-B250-DAF8494265EE}" type="presOf" srcId="{9D7DB9EC-EECB-4B98-B783-D3DCE36FB40E}" destId="{7C786D21-292A-4CB4-8902-58A2AD0B1993}" srcOrd="0" destOrd="0" presId="urn:microsoft.com/office/officeart/2005/8/layout/pyramid2"/>
    <dgm:cxn modelId="{0437E33B-D4D8-45BA-BD79-FD1EF36D9664}" type="presOf" srcId="{913A431B-8369-4CBC-9837-5328E5DC7303}" destId="{18F788EB-933B-411C-BEC4-CCB933A68C0D}" srcOrd="0" destOrd="0" presId="urn:microsoft.com/office/officeart/2005/8/layout/pyramid2"/>
    <dgm:cxn modelId="{8F6D423C-5747-49AC-87C9-9CBC28870A44}" type="presOf" srcId="{F7964979-B3EB-497A-856E-B78A1252C2E2}" destId="{6C079EF6-2B95-4E02-9085-BE49744A2AD1}" srcOrd="0" destOrd="0" presId="urn:microsoft.com/office/officeart/2005/8/layout/pyramid2"/>
    <dgm:cxn modelId="{4D52F13D-0226-4B4F-8ECD-AF7552917F0C}" type="presOf" srcId="{F6BB0FDE-DCD9-42A1-A6D0-3907D4A97ABE}" destId="{8BD60B49-1366-42BB-A946-FD4B34AEF9C6}" srcOrd="0" destOrd="0" presId="urn:microsoft.com/office/officeart/2005/8/layout/pyramid2"/>
    <dgm:cxn modelId="{796A9C3F-E3D4-4A9E-B4B1-8E87053625E5}" srcId="{2BC86303-68F6-4362-B580-71DC483C2173}" destId="{913A431B-8369-4CBC-9837-5328E5DC7303}" srcOrd="5" destOrd="0" parTransId="{3942E3D9-705B-4B6B-A83D-CB192A999A78}" sibTransId="{C28E147F-ECAD-46BB-AB7E-0002740E7850}"/>
    <dgm:cxn modelId="{A5C91461-4532-4DE4-AF48-FE569E3D6AB0}" srcId="{2BC86303-68F6-4362-B580-71DC483C2173}" destId="{9D7DB9EC-EECB-4B98-B783-D3DCE36FB40E}" srcOrd="0" destOrd="0" parTransId="{995206D2-2A63-4F29-8126-BA06EDD7C6B2}" sibTransId="{0479570B-6DF1-4AB1-A868-7942C82E6E32}"/>
    <dgm:cxn modelId="{79A5E06C-8D85-41F6-B421-FBB6135CA5ED}" srcId="{2BC86303-68F6-4362-B580-71DC483C2173}" destId="{9DEE1BDC-B7B4-419F-824C-D0C91E761BC4}" srcOrd="6" destOrd="0" parTransId="{17F8684D-40FF-4F20-9778-4C7519FA1CD8}" sibTransId="{5708D8A4-9B84-4D61-B06A-BAEBE9551F9E}"/>
    <dgm:cxn modelId="{34DE7B52-AD62-4EE4-B90E-F95B73820A4A}" type="presOf" srcId="{24B2D445-078D-487A-924E-4CFAC4D1EA01}" destId="{F23A4F1C-4406-434C-B8F9-D530452AECDA}" srcOrd="0" destOrd="0" presId="urn:microsoft.com/office/officeart/2005/8/layout/pyramid2"/>
    <dgm:cxn modelId="{44E7F059-75F7-4E61-AC77-6ECA867C93F3}" srcId="{2BC86303-68F6-4362-B580-71DC483C2173}" destId="{F7964979-B3EB-497A-856E-B78A1252C2E2}" srcOrd="2" destOrd="0" parTransId="{1A9F9F5D-D890-4560-9593-B5C6DDC8F90F}" sibTransId="{1AE8C8D9-A6FA-42AA-9E08-46D68CF37585}"/>
    <dgm:cxn modelId="{A16F9A80-F7BC-45BF-B622-62169114AA20}" type="presOf" srcId="{9DEE1BDC-B7B4-419F-824C-D0C91E761BC4}" destId="{C82F4699-6E41-4EBF-9D68-F210C7CED8DD}" srcOrd="0" destOrd="0" presId="urn:microsoft.com/office/officeart/2005/8/layout/pyramid2"/>
    <dgm:cxn modelId="{37F6BCC3-E474-45E5-BA0E-63C058282FF5}" type="presOf" srcId="{34E93581-2356-4AA5-ADA0-30968B38AC77}" destId="{412D3219-851A-4840-8341-2ABD3C2B4057}" srcOrd="0" destOrd="0" presId="urn:microsoft.com/office/officeart/2005/8/layout/pyramid2"/>
    <dgm:cxn modelId="{C9F526CF-4561-4858-BD7D-95F4EE881586}" srcId="{2BC86303-68F6-4362-B580-71DC483C2173}" destId="{34E93581-2356-4AA5-ADA0-30968B38AC77}" srcOrd="4" destOrd="0" parTransId="{47AB7797-E5E4-4B2E-B7D0-3EEF9D24F1B0}" sibTransId="{3F765CFC-579F-4876-9318-348AF4565232}"/>
    <dgm:cxn modelId="{F13D0641-77E3-4886-A7BC-5145F659D6CD}" type="presParOf" srcId="{26C731DD-626B-4F12-B685-4E04BD607DD6}" destId="{E04CBECF-0732-4792-9F0B-53AB79450A5B}" srcOrd="0" destOrd="0" presId="urn:microsoft.com/office/officeart/2005/8/layout/pyramid2"/>
    <dgm:cxn modelId="{839972A0-A325-4C29-A9B9-0B9526A2D756}" type="presParOf" srcId="{26C731DD-626B-4F12-B685-4E04BD607DD6}" destId="{F332ED5B-34F6-4240-8138-B5B86B7139AF}" srcOrd="1" destOrd="0" presId="urn:microsoft.com/office/officeart/2005/8/layout/pyramid2"/>
    <dgm:cxn modelId="{725DDC07-B04C-4AF2-828D-0390A4B1B4A5}" type="presParOf" srcId="{F332ED5B-34F6-4240-8138-B5B86B7139AF}" destId="{7C786D21-292A-4CB4-8902-58A2AD0B1993}" srcOrd="0" destOrd="0" presId="urn:microsoft.com/office/officeart/2005/8/layout/pyramid2"/>
    <dgm:cxn modelId="{40EF7579-4814-4942-9FE9-8B7B9524E0A7}" type="presParOf" srcId="{F332ED5B-34F6-4240-8138-B5B86B7139AF}" destId="{746DCE88-0E85-470F-B648-6D46D52FB94C}" srcOrd="1" destOrd="0" presId="urn:microsoft.com/office/officeart/2005/8/layout/pyramid2"/>
    <dgm:cxn modelId="{4647E13D-D0A3-4DFD-9531-8D64F708B155}" type="presParOf" srcId="{F332ED5B-34F6-4240-8138-B5B86B7139AF}" destId="{8BD60B49-1366-42BB-A946-FD4B34AEF9C6}" srcOrd="2" destOrd="0" presId="urn:microsoft.com/office/officeart/2005/8/layout/pyramid2"/>
    <dgm:cxn modelId="{0EBE2F45-5EC2-4383-B8DE-2E4C2E78EBBD}" type="presParOf" srcId="{F332ED5B-34F6-4240-8138-B5B86B7139AF}" destId="{E347DE60-791B-493D-96D3-73CCC7CB6D4A}" srcOrd="3" destOrd="0" presId="urn:microsoft.com/office/officeart/2005/8/layout/pyramid2"/>
    <dgm:cxn modelId="{413CAEBF-13B9-477B-B329-D457D3EE0109}" type="presParOf" srcId="{F332ED5B-34F6-4240-8138-B5B86B7139AF}" destId="{6C079EF6-2B95-4E02-9085-BE49744A2AD1}" srcOrd="4" destOrd="0" presId="urn:microsoft.com/office/officeart/2005/8/layout/pyramid2"/>
    <dgm:cxn modelId="{BF3543C7-F4BB-4023-9765-E0CD3302040D}" type="presParOf" srcId="{F332ED5B-34F6-4240-8138-B5B86B7139AF}" destId="{84EAE3DB-6502-4994-AEA9-E3D5C269B4C1}" srcOrd="5" destOrd="0" presId="urn:microsoft.com/office/officeart/2005/8/layout/pyramid2"/>
    <dgm:cxn modelId="{CEFCFDE3-B2A4-449E-B0E3-0D5CFF403BC7}" type="presParOf" srcId="{F332ED5B-34F6-4240-8138-B5B86B7139AF}" destId="{F23A4F1C-4406-434C-B8F9-D530452AECDA}" srcOrd="6" destOrd="0" presId="urn:microsoft.com/office/officeart/2005/8/layout/pyramid2"/>
    <dgm:cxn modelId="{CB6C0953-74F0-4471-904A-105A038414A7}" type="presParOf" srcId="{F332ED5B-34F6-4240-8138-B5B86B7139AF}" destId="{6C6057F2-B820-4D2C-AF06-1674EA23AAF2}" srcOrd="7" destOrd="0" presId="urn:microsoft.com/office/officeart/2005/8/layout/pyramid2"/>
    <dgm:cxn modelId="{74B54AC8-3DA0-4F16-BFF8-64D84513030A}" type="presParOf" srcId="{F332ED5B-34F6-4240-8138-B5B86B7139AF}" destId="{412D3219-851A-4840-8341-2ABD3C2B4057}" srcOrd="8" destOrd="0" presId="urn:microsoft.com/office/officeart/2005/8/layout/pyramid2"/>
    <dgm:cxn modelId="{7B33C043-A8F9-4BDC-A721-032C565A0EBF}" type="presParOf" srcId="{F332ED5B-34F6-4240-8138-B5B86B7139AF}" destId="{195E02B4-99F6-4188-A77D-85023E0F5932}" srcOrd="9" destOrd="0" presId="urn:microsoft.com/office/officeart/2005/8/layout/pyramid2"/>
    <dgm:cxn modelId="{7427E97D-4CBF-4CBB-9180-37430FBC3EB8}" type="presParOf" srcId="{F332ED5B-34F6-4240-8138-B5B86B7139AF}" destId="{18F788EB-933B-411C-BEC4-CCB933A68C0D}" srcOrd="10" destOrd="0" presId="urn:microsoft.com/office/officeart/2005/8/layout/pyramid2"/>
    <dgm:cxn modelId="{2CB08094-4DB5-4CC9-A919-D9CBBAFD69BA}" type="presParOf" srcId="{F332ED5B-34F6-4240-8138-B5B86B7139AF}" destId="{28121301-CB0C-4852-BDC9-1C9CB77C3691}" srcOrd="11" destOrd="0" presId="urn:microsoft.com/office/officeart/2005/8/layout/pyramid2"/>
    <dgm:cxn modelId="{27B01C30-51E7-4C25-ACF8-0B834E89A9B4}" type="presParOf" srcId="{F332ED5B-34F6-4240-8138-B5B86B7139AF}" destId="{C82F4699-6E41-4EBF-9D68-F210C7CED8DD}" srcOrd="12" destOrd="0" presId="urn:microsoft.com/office/officeart/2005/8/layout/pyramid2"/>
    <dgm:cxn modelId="{175911D6-6451-4F55-A04A-524A46EBDDB1}" type="presParOf" srcId="{F332ED5B-34F6-4240-8138-B5B86B7139AF}" destId="{F6788EE1-EDDF-4AC6-8735-829FCB6443BE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292186-D8E1-460D-A2F7-F8A7AC1F01F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3744E2-EFF2-49BA-8957-3A291DBA5DC4}">
      <dgm:prSet/>
      <dgm:spPr/>
      <dgm:t>
        <a:bodyPr/>
        <a:lstStyle/>
        <a:p>
          <a:r>
            <a:rPr lang="en-IN"/>
            <a:t>📊 Distribution Plot</a:t>
          </a:r>
        </a:p>
      </dgm:t>
    </dgm:pt>
    <dgm:pt modelId="{E123798A-D1F5-4676-B4FC-129DA40C8D77}" type="parTrans" cxnId="{96A21CDB-CD9E-4805-949A-66C2CBBA1A23}">
      <dgm:prSet/>
      <dgm:spPr/>
      <dgm:t>
        <a:bodyPr/>
        <a:lstStyle/>
        <a:p>
          <a:endParaRPr lang="en-IN"/>
        </a:p>
      </dgm:t>
    </dgm:pt>
    <dgm:pt modelId="{C33A7098-D597-42E8-9BC5-D163650FA63F}" type="sibTrans" cxnId="{96A21CDB-CD9E-4805-949A-66C2CBBA1A23}">
      <dgm:prSet/>
      <dgm:spPr/>
      <dgm:t>
        <a:bodyPr/>
        <a:lstStyle/>
        <a:p>
          <a:endParaRPr lang="en-IN"/>
        </a:p>
      </dgm:t>
    </dgm:pt>
    <dgm:pt modelId="{EED98A3E-88DF-4797-8B9D-FC8E1A8754F1}" type="pres">
      <dgm:prSet presAssocID="{C3292186-D8E1-460D-A2F7-F8A7AC1F01F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1E01858-6903-41C8-BA2D-5BCFA37215BA}" type="pres">
      <dgm:prSet presAssocID="{1B3744E2-EFF2-49BA-8957-3A291DBA5DC4}" presName="horFlow" presStyleCnt="0"/>
      <dgm:spPr/>
    </dgm:pt>
    <dgm:pt modelId="{D28D2A2E-5832-4E9C-8FFD-E1227BA0A8CC}" type="pres">
      <dgm:prSet presAssocID="{1B3744E2-EFF2-49BA-8957-3A291DBA5DC4}" presName="bigChev" presStyleLbl="node1" presStyleIdx="0" presStyleCnt="1" custScaleX="202435"/>
      <dgm:spPr/>
    </dgm:pt>
  </dgm:ptLst>
  <dgm:cxnLst>
    <dgm:cxn modelId="{2EFB694F-6516-480B-9063-EFA375E854BE}" type="presOf" srcId="{C3292186-D8E1-460D-A2F7-F8A7AC1F01FE}" destId="{EED98A3E-88DF-4797-8B9D-FC8E1A8754F1}" srcOrd="0" destOrd="0" presId="urn:microsoft.com/office/officeart/2005/8/layout/lProcess3"/>
    <dgm:cxn modelId="{297F15A0-A70B-4CB8-8257-0F6E4106AD1D}" type="presOf" srcId="{1B3744E2-EFF2-49BA-8957-3A291DBA5DC4}" destId="{D28D2A2E-5832-4E9C-8FFD-E1227BA0A8CC}" srcOrd="0" destOrd="0" presId="urn:microsoft.com/office/officeart/2005/8/layout/lProcess3"/>
    <dgm:cxn modelId="{96A21CDB-CD9E-4805-949A-66C2CBBA1A23}" srcId="{C3292186-D8E1-460D-A2F7-F8A7AC1F01FE}" destId="{1B3744E2-EFF2-49BA-8957-3A291DBA5DC4}" srcOrd="0" destOrd="0" parTransId="{E123798A-D1F5-4676-B4FC-129DA40C8D77}" sibTransId="{C33A7098-D597-42E8-9BC5-D163650FA63F}"/>
    <dgm:cxn modelId="{6F974E6F-127B-4941-BD62-DA181E29238E}" type="presParOf" srcId="{EED98A3E-88DF-4797-8B9D-FC8E1A8754F1}" destId="{D1E01858-6903-41C8-BA2D-5BCFA37215BA}" srcOrd="0" destOrd="0" presId="urn:microsoft.com/office/officeart/2005/8/layout/lProcess3"/>
    <dgm:cxn modelId="{947D7817-B078-4C6B-A27D-E888E820B9D4}" type="presParOf" srcId="{D1E01858-6903-41C8-BA2D-5BCFA37215BA}" destId="{D28D2A2E-5832-4E9C-8FFD-E1227BA0A8C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DE380E-83BD-4B3F-A8DD-72B4B36F8F46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46D3306-653B-457A-9AC7-B3C0CF3C1049}">
      <dgm:prSet/>
      <dgm:spPr/>
      <dgm:t>
        <a:bodyPr/>
        <a:lstStyle/>
        <a:p>
          <a:r>
            <a:rPr lang="en-IN" dirty="0"/>
            <a:t>📦Box Plot</a:t>
          </a:r>
        </a:p>
      </dgm:t>
    </dgm:pt>
    <dgm:pt modelId="{E9D4F05F-C73A-45A2-B94A-7CACC671F3D5}" type="parTrans" cxnId="{95D870D3-0C49-4139-886D-09EB82D4CCD9}">
      <dgm:prSet/>
      <dgm:spPr/>
      <dgm:t>
        <a:bodyPr/>
        <a:lstStyle/>
        <a:p>
          <a:endParaRPr lang="en-IN"/>
        </a:p>
      </dgm:t>
    </dgm:pt>
    <dgm:pt modelId="{0DD7607D-9ED1-4C97-AC8B-515F8C5C3E59}" type="sibTrans" cxnId="{95D870D3-0C49-4139-886D-09EB82D4CCD9}">
      <dgm:prSet/>
      <dgm:spPr/>
      <dgm:t>
        <a:bodyPr/>
        <a:lstStyle/>
        <a:p>
          <a:endParaRPr lang="en-IN"/>
        </a:p>
      </dgm:t>
    </dgm:pt>
    <dgm:pt modelId="{20422539-CD35-48B0-BF41-402FEE1D99CD}" type="pres">
      <dgm:prSet presAssocID="{CCDE380E-83BD-4B3F-A8DD-72B4B36F8F4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246E27F-BE0C-4078-A062-F8B73552FC90}" type="pres">
      <dgm:prSet presAssocID="{D46D3306-653B-457A-9AC7-B3C0CF3C1049}" presName="horFlow" presStyleCnt="0"/>
      <dgm:spPr/>
    </dgm:pt>
    <dgm:pt modelId="{36DE1DF5-1B31-4D2B-89DC-B3394FF7D82C}" type="pres">
      <dgm:prSet presAssocID="{D46D3306-653B-457A-9AC7-B3C0CF3C1049}" presName="bigChev" presStyleLbl="node1" presStyleIdx="0" presStyleCnt="1" custScaleX="157781" custScaleY="138689"/>
      <dgm:spPr/>
    </dgm:pt>
  </dgm:ptLst>
  <dgm:cxnLst>
    <dgm:cxn modelId="{F506DB34-5E62-4FF7-B126-24E74D56674B}" type="presOf" srcId="{CCDE380E-83BD-4B3F-A8DD-72B4B36F8F46}" destId="{20422539-CD35-48B0-BF41-402FEE1D99CD}" srcOrd="0" destOrd="0" presId="urn:microsoft.com/office/officeart/2005/8/layout/lProcess3"/>
    <dgm:cxn modelId="{95D870D3-0C49-4139-886D-09EB82D4CCD9}" srcId="{CCDE380E-83BD-4B3F-A8DD-72B4B36F8F46}" destId="{D46D3306-653B-457A-9AC7-B3C0CF3C1049}" srcOrd="0" destOrd="0" parTransId="{E9D4F05F-C73A-45A2-B94A-7CACC671F3D5}" sibTransId="{0DD7607D-9ED1-4C97-AC8B-515F8C5C3E59}"/>
    <dgm:cxn modelId="{75DB4AF1-FC93-47FE-9660-9E5023B65669}" type="presOf" srcId="{D46D3306-653B-457A-9AC7-B3C0CF3C1049}" destId="{36DE1DF5-1B31-4D2B-89DC-B3394FF7D82C}" srcOrd="0" destOrd="0" presId="urn:microsoft.com/office/officeart/2005/8/layout/lProcess3"/>
    <dgm:cxn modelId="{8672AF8B-7DF1-496B-86A2-943A93C4ED94}" type="presParOf" srcId="{20422539-CD35-48B0-BF41-402FEE1D99CD}" destId="{7246E27F-BE0C-4078-A062-F8B73552FC90}" srcOrd="0" destOrd="0" presId="urn:microsoft.com/office/officeart/2005/8/layout/lProcess3"/>
    <dgm:cxn modelId="{AE838F59-1F78-497F-B741-58F1AB90A3CB}" type="presParOf" srcId="{7246E27F-BE0C-4078-A062-F8B73552FC90}" destId="{36DE1DF5-1B31-4D2B-89DC-B3394FF7D82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2BFFA3-2C67-4334-88AC-17CCBC9A207B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10FCEE16-1B26-4A58-A01D-7462D5147835}">
      <dgm:prSet custT="1"/>
      <dgm:spPr/>
      <dgm:t>
        <a:bodyPr/>
        <a:lstStyle/>
        <a:p>
          <a:r>
            <a:rPr lang="en-IN" sz="1100" dirty="0"/>
            <a:t>Analysed</a:t>
          </a:r>
        </a:p>
        <a:p>
          <a:r>
            <a:rPr lang="en-IN" sz="1100" dirty="0"/>
            <a:t> manufacturing dataset to understand production patterns.</a:t>
          </a:r>
        </a:p>
      </dgm:t>
    </dgm:pt>
    <dgm:pt modelId="{0F3EF9DA-6F73-4A20-A7EA-CFB2BD2DCF92}" type="parTrans" cxnId="{7E116330-D4A6-49BE-AF7D-55FF56E4D0E7}">
      <dgm:prSet/>
      <dgm:spPr/>
      <dgm:t>
        <a:bodyPr/>
        <a:lstStyle/>
        <a:p>
          <a:endParaRPr lang="en-IN"/>
        </a:p>
      </dgm:t>
    </dgm:pt>
    <dgm:pt modelId="{ABFAAF14-BD7E-4CC9-8538-533F92A6AFA3}" type="sibTrans" cxnId="{7E116330-D4A6-49BE-AF7D-55FF56E4D0E7}">
      <dgm:prSet/>
      <dgm:spPr/>
      <dgm:t>
        <a:bodyPr/>
        <a:lstStyle/>
        <a:p>
          <a:endParaRPr lang="en-IN"/>
        </a:p>
      </dgm:t>
    </dgm:pt>
    <dgm:pt modelId="{90F22EC9-772A-4E05-BB06-79E2C2962EB2}">
      <dgm:prSet custT="1"/>
      <dgm:spPr/>
      <dgm:t>
        <a:bodyPr/>
        <a:lstStyle/>
        <a:p>
          <a:r>
            <a:rPr lang="en-IN" sz="1100" dirty="0"/>
            <a:t>Examined machine-related parameters affecting output.</a:t>
          </a:r>
        </a:p>
      </dgm:t>
    </dgm:pt>
    <dgm:pt modelId="{7A0EDD0F-6F89-4DD4-8DC9-30A1FC5C0B35}" type="parTrans" cxnId="{8F4ABF51-326A-49F4-8D1E-CB698D254512}">
      <dgm:prSet/>
      <dgm:spPr/>
      <dgm:t>
        <a:bodyPr/>
        <a:lstStyle/>
        <a:p>
          <a:endParaRPr lang="en-IN"/>
        </a:p>
      </dgm:t>
    </dgm:pt>
    <dgm:pt modelId="{5A3C87B7-51F3-4861-A91A-DEC8186F9DE2}" type="sibTrans" cxnId="{8F4ABF51-326A-49F4-8D1E-CB698D254512}">
      <dgm:prSet/>
      <dgm:spPr/>
      <dgm:t>
        <a:bodyPr/>
        <a:lstStyle/>
        <a:p>
          <a:endParaRPr lang="en-IN"/>
        </a:p>
      </dgm:t>
    </dgm:pt>
    <dgm:pt modelId="{761ADAC5-95AB-490E-BD6A-2533E3087625}">
      <dgm:prSet custT="1"/>
      <dgm:spPr/>
      <dgm:t>
        <a:bodyPr/>
        <a:lstStyle/>
        <a:p>
          <a:r>
            <a:rPr lang="en-IN" sz="1100" dirty="0"/>
            <a:t>Used statistical analysis and data visualization techniques.</a:t>
          </a:r>
        </a:p>
      </dgm:t>
    </dgm:pt>
    <dgm:pt modelId="{D75E46C2-F2DD-4879-B6BD-AE8C02CDA824}" type="parTrans" cxnId="{7CFA5FF1-FB50-48FF-8D12-7F1BE4686D15}">
      <dgm:prSet/>
      <dgm:spPr/>
      <dgm:t>
        <a:bodyPr/>
        <a:lstStyle/>
        <a:p>
          <a:endParaRPr lang="en-IN"/>
        </a:p>
      </dgm:t>
    </dgm:pt>
    <dgm:pt modelId="{2E908028-A322-4BAD-A711-C8788BC89E70}" type="sibTrans" cxnId="{7CFA5FF1-FB50-48FF-8D12-7F1BE4686D15}">
      <dgm:prSet/>
      <dgm:spPr/>
      <dgm:t>
        <a:bodyPr/>
        <a:lstStyle/>
        <a:p>
          <a:endParaRPr lang="en-IN"/>
        </a:p>
      </dgm:t>
    </dgm:pt>
    <dgm:pt modelId="{3C0CB55F-5E4C-4ED2-BA66-A86BA7477A0F}">
      <dgm:prSet custT="1"/>
      <dgm:spPr/>
      <dgm:t>
        <a:bodyPr/>
        <a:lstStyle/>
        <a:p>
          <a:r>
            <a:rPr lang="en-IN" sz="1100" dirty="0"/>
            <a:t>Identified trends, correlations, and anomalies in the data.</a:t>
          </a:r>
        </a:p>
      </dgm:t>
    </dgm:pt>
    <dgm:pt modelId="{925912F5-94B0-4420-BB4F-1905FC8CFCB0}" type="parTrans" cxnId="{EF1A62E2-0FD3-4323-B34E-7506FBB58C38}">
      <dgm:prSet/>
      <dgm:spPr/>
      <dgm:t>
        <a:bodyPr/>
        <a:lstStyle/>
        <a:p>
          <a:endParaRPr lang="en-IN"/>
        </a:p>
      </dgm:t>
    </dgm:pt>
    <dgm:pt modelId="{A1DC38F9-4268-4B46-87AD-28029629E26C}" type="sibTrans" cxnId="{EF1A62E2-0FD3-4323-B34E-7506FBB58C38}">
      <dgm:prSet/>
      <dgm:spPr/>
      <dgm:t>
        <a:bodyPr/>
        <a:lstStyle/>
        <a:p>
          <a:endParaRPr lang="en-IN"/>
        </a:p>
      </dgm:t>
    </dgm:pt>
    <dgm:pt modelId="{B8A2E90F-756D-4156-9D49-BEA56BC6899F}">
      <dgm:prSet custT="1"/>
      <dgm:spPr/>
      <dgm:t>
        <a:bodyPr/>
        <a:lstStyle/>
        <a:p>
          <a:r>
            <a:rPr lang="en-IN" sz="1100" dirty="0"/>
            <a:t>Evaluated relationships between input features and production output. </a:t>
          </a:r>
        </a:p>
      </dgm:t>
    </dgm:pt>
    <dgm:pt modelId="{A2D88206-9510-414E-B582-0D97E5824DEA}" type="parTrans" cxnId="{D3336C2F-2619-47CE-ABAD-5E9DC17E27EF}">
      <dgm:prSet/>
      <dgm:spPr/>
      <dgm:t>
        <a:bodyPr/>
        <a:lstStyle/>
        <a:p>
          <a:endParaRPr lang="en-IN"/>
        </a:p>
      </dgm:t>
    </dgm:pt>
    <dgm:pt modelId="{E469E88A-CBEE-462B-B619-E702D691229F}" type="sibTrans" cxnId="{D3336C2F-2619-47CE-ABAD-5E9DC17E27EF}">
      <dgm:prSet/>
      <dgm:spPr/>
      <dgm:t>
        <a:bodyPr/>
        <a:lstStyle/>
        <a:p>
          <a:endParaRPr lang="en-IN"/>
        </a:p>
      </dgm:t>
    </dgm:pt>
    <dgm:pt modelId="{4B5612C5-3840-4C82-B2EF-769885C2565F}">
      <dgm:prSet custT="1"/>
      <dgm:spPr/>
      <dgm:t>
        <a:bodyPr/>
        <a:lstStyle/>
        <a:p>
          <a:r>
            <a:rPr lang="en-IN" sz="1100" dirty="0"/>
            <a:t> most relevant features for model development. Generated insights to improve prediction accuracy.</a:t>
          </a:r>
        </a:p>
      </dgm:t>
    </dgm:pt>
    <dgm:pt modelId="{F78BC3D7-9921-48EF-9774-5BB921EF6C28}" type="parTrans" cxnId="{34D5CCB4-3F72-4615-BDD9-3714F36BE38B}">
      <dgm:prSet/>
      <dgm:spPr/>
      <dgm:t>
        <a:bodyPr/>
        <a:lstStyle/>
        <a:p>
          <a:endParaRPr lang="en-IN"/>
        </a:p>
      </dgm:t>
    </dgm:pt>
    <dgm:pt modelId="{EEF033CF-5C15-4C1C-82D0-FA51ECA1D110}" type="sibTrans" cxnId="{34D5CCB4-3F72-4615-BDD9-3714F36BE38B}">
      <dgm:prSet/>
      <dgm:spPr/>
      <dgm:t>
        <a:bodyPr/>
        <a:lstStyle/>
        <a:p>
          <a:endParaRPr lang="en-IN"/>
        </a:p>
      </dgm:t>
    </dgm:pt>
    <dgm:pt modelId="{F5685BC3-7705-4A3F-9A45-927B129A7204}" type="pres">
      <dgm:prSet presAssocID="{622BFFA3-2C67-4334-88AC-17CCBC9A207B}" presName="CompostProcess" presStyleCnt="0">
        <dgm:presLayoutVars>
          <dgm:dir/>
          <dgm:resizeHandles val="exact"/>
        </dgm:presLayoutVars>
      </dgm:prSet>
      <dgm:spPr/>
    </dgm:pt>
    <dgm:pt modelId="{356FD22B-1672-425F-BAF8-FDDFA9EA64C7}" type="pres">
      <dgm:prSet presAssocID="{622BFFA3-2C67-4334-88AC-17CCBC9A207B}" presName="arrow" presStyleLbl="bgShp" presStyleIdx="0" presStyleCnt="1"/>
      <dgm:spPr/>
    </dgm:pt>
    <dgm:pt modelId="{F21365CB-554D-4AA5-B5F0-45486BE27328}" type="pres">
      <dgm:prSet presAssocID="{622BFFA3-2C67-4334-88AC-17CCBC9A207B}" presName="linearProcess" presStyleCnt="0"/>
      <dgm:spPr/>
    </dgm:pt>
    <dgm:pt modelId="{4ED833C6-8B64-45F8-9230-70EBAED53F7C}" type="pres">
      <dgm:prSet presAssocID="{10FCEE16-1B26-4A58-A01D-7462D5147835}" presName="textNode" presStyleLbl="node1" presStyleIdx="0" presStyleCnt="6">
        <dgm:presLayoutVars>
          <dgm:bulletEnabled val="1"/>
        </dgm:presLayoutVars>
      </dgm:prSet>
      <dgm:spPr/>
    </dgm:pt>
    <dgm:pt modelId="{B558697B-01A2-41BB-B2CA-9B64A37BA75F}" type="pres">
      <dgm:prSet presAssocID="{ABFAAF14-BD7E-4CC9-8538-533F92A6AFA3}" presName="sibTrans" presStyleCnt="0"/>
      <dgm:spPr/>
    </dgm:pt>
    <dgm:pt modelId="{99F8592F-D215-41A7-B982-DD29B2B30ED9}" type="pres">
      <dgm:prSet presAssocID="{90F22EC9-772A-4E05-BB06-79E2C2962EB2}" presName="textNode" presStyleLbl="node1" presStyleIdx="1" presStyleCnt="6">
        <dgm:presLayoutVars>
          <dgm:bulletEnabled val="1"/>
        </dgm:presLayoutVars>
      </dgm:prSet>
      <dgm:spPr/>
    </dgm:pt>
    <dgm:pt modelId="{2715013A-282B-4DD5-BA3D-C3D8D5C64738}" type="pres">
      <dgm:prSet presAssocID="{5A3C87B7-51F3-4861-A91A-DEC8186F9DE2}" presName="sibTrans" presStyleCnt="0"/>
      <dgm:spPr/>
    </dgm:pt>
    <dgm:pt modelId="{4808D1B1-166D-4DA6-BE51-11F0249770FC}" type="pres">
      <dgm:prSet presAssocID="{761ADAC5-95AB-490E-BD6A-2533E3087625}" presName="textNode" presStyleLbl="node1" presStyleIdx="2" presStyleCnt="6">
        <dgm:presLayoutVars>
          <dgm:bulletEnabled val="1"/>
        </dgm:presLayoutVars>
      </dgm:prSet>
      <dgm:spPr/>
    </dgm:pt>
    <dgm:pt modelId="{88EF662A-8A46-4BE1-A863-CEEA6CF07C76}" type="pres">
      <dgm:prSet presAssocID="{2E908028-A322-4BAD-A711-C8788BC89E70}" presName="sibTrans" presStyleCnt="0"/>
      <dgm:spPr/>
    </dgm:pt>
    <dgm:pt modelId="{DC590A87-7BFA-4AE1-B562-13A385AD00BF}" type="pres">
      <dgm:prSet presAssocID="{3C0CB55F-5E4C-4ED2-BA66-A86BA7477A0F}" presName="textNode" presStyleLbl="node1" presStyleIdx="3" presStyleCnt="6">
        <dgm:presLayoutVars>
          <dgm:bulletEnabled val="1"/>
        </dgm:presLayoutVars>
      </dgm:prSet>
      <dgm:spPr/>
    </dgm:pt>
    <dgm:pt modelId="{FF41A58D-68B1-4941-9385-3AC506A89940}" type="pres">
      <dgm:prSet presAssocID="{A1DC38F9-4268-4B46-87AD-28029629E26C}" presName="sibTrans" presStyleCnt="0"/>
      <dgm:spPr/>
    </dgm:pt>
    <dgm:pt modelId="{A3BF9FD5-1435-44EE-91AD-035B07F56BDA}" type="pres">
      <dgm:prSet presAssocID="{B8A2E90F-756D-4156-9D49-BEA56BC6899F}" presName="textNode" presStyleLbl="node1" presStyleIdx="4" presStyleCnt="6">
        <dgm:presLayoutVars>
          <dgm:bulletEnabled val="1"/>
        </dgm:presLayoutVars>
      </dgm:prSet>
      <dgm:spPr/>
    </dgm:pt>
    <dgm:pt modelId="{DEF623D9-D36F-4FAA-9D92-4366002930F6}" type="pres">
      <dgm:prSet presAssocID="{E469E88A-CBEE-462B-B619-E702D691229F}" presName="sibTrans" presStyleCnt="0"/>
      <dgm:spPr/>
    </dgm:pt>
    <dgm:pt modelId="{41EC8E13-38DD-4935-9A35-F03E0379E192}" type="pres">
      <dgm:prSet presAssocID="{4B5612C5-3840-4C82-B2EF-769885C2565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E512D004-1440-4945-A8AE-C2B3E49CA1FD}" type="presOf" srcId="{761ADAC5-95AB-490E-BD6A-2533E3087625}" destId="{4808D1B1-166D-4DA6-BE51-11F0249770FC}" srcOrd="0" destOrd="0" presId="urn:microsoft.com/office/officeart/2005/8/layout/hProcess9"/>
    <dgm:cxn modelId="{D3336C2F-2619-47CE-ABAD-5E9DC17E27EF}" srcId="{622BFFA3-2C67-4334-88AC-17CCBC9A207B}" destId="{B8A2E90F-756D-4156-9D49-BEA56BC6899F}" srcOrd="4" destOrd="0" parTransId="{A2D88206-9510-414E-B582-0D97E5824DEA}" sibTransId="{E469E88A-CBEE-462B-B619-E702D691229F}"/>
    <dgm:cxn modelId="{7E116330-D4A6-49BE-AF7D-55FF56E4D0E7}" srcId="{622BFFA3-2C67-4334-88AC-17CCBC9A207B}" destId="{10FCEE16-1B26-4A58-A01D-7462D5147835}" srcOrd="0" destOrd="0" parTransId="{0F3EF9DA-6F73-4A20-A7EA-CFB2BD2DCF92}" sibTransId="{ABFAAF14-BD7E-4CC9-8538-533F92A6AFA3}"/>
    <dgm:cxn modelId="{8F4ABF51-326A-49F4-8D1E-CB698D254512}" srcId="{622BFFA3-2C67-4334-88AC-17CCBC9A207B}" destId="{90F22EC9-772A-4E05-BB06-79E2C2962EB2}" srcOrd="1" destOrd="0" parTransId="{7A0EDD0F-6F89-4DD4-8DC9-30A1FC5C0B35}" sibTransId="{5A3C87B7-51F3-4861-A91A-DEC8186F9DE2}"/>
    <dgm:cxn modelId="{60E74673-8BB7-4BE8-82F4-5DFD3397171B}" type="presOf" srcId="{B8A2E90F-756D-4156-9D49-BEA56BC6899F}" destId="{A3BF9FD5-1435-44EE-91AD-035B07F56BDA}" srcOrd="0" destOrd="0" presId="urn:microsoft.com/office/officeart/2005/8/layout/hProcess9"/>
    <dgm:cxn modelId="{044CEAB2-D170-4D8F-A415-0454F8F46752}" type="presOf" srcId="{4B5612C5-3840-4C82-B2EF-769885C2565F}" destId="{41EC8E13-38DD-4935-9A35-F03E0379E192}" srcOrd="0" destOrd="0" presId="urn:microsoft.com/office/officeart/2005/8/layout/hProcess9"/>
    <dgm:cxn modelId="{34D5CCB4-3F72-4615-BDD9-3714F36BE38B}" srcId="{622BFFA3-2C67-4334-88AC-17CCBC9A207B}" destId="{4B5612C5-3840-4C82-B2EF-769885C2565F}" srcOrd="5" destOrd="0" parTransId="{F78BC3D7-9921-48EF-9774-5BB921EF6C28}" sibTransId="{EEF033CF-5C15-4C1C-82D0-FA51ECA1D110}"/>
    <dgm:cxn modelId="{6764FDDF-90E3-4651-8BFA-D1AF57CCDBE8}" type="presOf" srcId="{10FCEE16-1B26-4A58-A01D-7462D5147835}" destId="{4ED833C6-8B64-45F8-9230-70EBAED53F7C}" srcOrd="0" destOrd="0" presId="urn:microsoft.com/office/officeart/2005/8/layout/hProcess9"/>
    <dgm:cxn modelId="{EF1A62E2-0FD3-4323-B34E-7506FBB58C38}" srcId="{622BFFA3-2C67-4334-88AC-17CCBC9A207B}" destId="{3C0CB55F-5E4C-4ED2-BA66-A86BA7477A0F}" srcOrd="3" destOrd="0" parTransId="{925912F5-94B0-4420-BB4F-1905FC8CFCB0}" sibTransId="{A1DC38F9-4268-4B46-87AD-28029629E26C}"/>
    <dgm:cxn modelId="{4D5A0CF1-456E-47EC-A578-42084706CF53}" type="presOf" srcId="{3C0CB55F-5E4C-4ED2-BA66-A86BA7477A0F}" destId="{DC590A87-7BFA-4AE1-B562-13A385AD00BF}" srcOrd="0" destOrd="0" presId="urn:microsoft.com/office/officeart/2005/8/layout/hProcess9"/>
    <dgm:cxn modelId="{7CFA5FF1-FB50-48FF-8D12-7F1BE4686D15}" srcId="{622BFFA3-2C67-4334-88AC-17CCBC9A207B}" destId="{761ADAC5-95AB-490E-BD6A-2533E3087625}" srcOrd="2" destOrd="0" parTransId="{D75E46C2-F2DD-4879-B6BD-AE8C02CDA824}" sibTransId="{2E908028-A322-4BAD-A711-C8788BC89E70}"/>
    <dgm:cxn modelId="{22824CF4-0F5A-4C0C-8C38-EF153849F78F}" type="presOf" srcId="{90F22EC9-772A-4E05-BB06-79E2C2962EB2}" destId="{99F8592F-D215-41A7-B982-DD29B2B30ED9}" srcOrd="0" destOrd="0" presId="urn:microsoft.com/office/officeart/2005/8/layout/hProcess9"/>
    <dgm:cxn modelId="{B8F48AF7-2A51-4C33-A4DA-AEEE76BBC123}" type="presOf" srcId="{622BFFA3-2C67-4334-88AC-17CCBC9A207B}" destId="{F5685BC3-7705-4A3F-9A45-927B129A7204}" srcOrd="0" destOrd="0" presId="urn:microsoft.com/office/officeart/2005/8/layout/hProcess9"/>
    <dgm:cxn modelId="{2953275A-0B99-4C9A-8F18-71EFD31DFE64}" type="presParOf" srcId="{F5685BC3-7705-4A3F-9A45-927B129A7204}" destId="{356FD22B-1672-425F-BAF8-FDDFA9EA64C7}" srcOrd="0" destOrd="0" presId="urn:microsoft.com/office/officeart/2005/8/layout/hProcess9"/>
    <dgm:cxn modelId="{E0528AE1-CB78-4356-8894-E1F384BB4769}" type="presParOf" srcId="{F5685BC3-7705-4A3F-9A45-927B129A7204}" destId="{F21365CB-554D-4AA5-B5F0-45486BE27328}" srcOrd="1" destOrd="0" presId="urn:microsoft.com/office/officeart/2005/8/layout/hProcess9"/>
    <dgm:cxn modelId="{4F237A57-AA5E-4BA6-9B83-C85E395551F0}" type="presParOf" srcId="{F21365CB-554D-4AA5-B5F0-45486BE27328}" destId="{4ED833C6-8B64-45F8-9230-70EBAED53F7C}" srcOrd="0" destOrd="0" presId="urn:microsoft.com/office/officeart/2005/8/layout/hProcess9"/>
    <dgm:cxn modelId="{0E731D6A-11D1-46D1-9387-6D74225E564D}" type="presParOf" srcId="{F21365CB-554D-4AA5-B5F0-45486BE27328}" destId="{B558697B-01A2-41BB-B2CA-9B64A37BA75F}" srcOrd="1" destOrd="0" presId="urn:microsoft.com/office/officeart/2005/8/layout/hProcess9"/>
    <dgm:cxn modelId="{FC726233-B594-4064-B582-5FEFC80769BF}" type="presParOf" srcId="{F21365CB-554D-4AA5-B5F0-45486BE27328}" destId="{99F8592F-D215-41A7-B982-DD29B2B30ED9}" srcOrd="2" destOrd="0" presId="urn:microsoft.com/office/officeart/2005/8/layout/hProcess9"/>
    <dgm:cxn modelId="{C619B301-4685-428B-9824-A9C8AFF0733D}" type="presParOf" srcId="{F21365CB-554D-4AA5-B5F0-45486BE27328}" destId="{2715013A-282B-4DD5-BA3D-C3D8D5C64738}" srcOrd="3" destOrd="0" presId="urn:microsoft.com/office/officeart/2005/8/layout/hProcess9"/>
    <dgm:cxn modelId="{2BDBBB1F-56CC-4596-B92A-1D886015EE53}" type="presParOf" srcId="{F21365CB-554D-4AA5-B5F0-45486BE27328}" destId="{4808D1B1-166D-4DA6-BE51-11F0249770FC}" srcOrd="4" destOrd="0" presId="urn:microsoft.com/office/officeart/2005/8/layout/hProcess9"/>
    <dgm:cxn modelId="{76402171-A983-41B8-AA62-4898675EBB3A}" type="presParOf" srcId="{F21365CB-554D-4AA5-B5F0-45486BE27328}" destId="{88EF662A-8A46-4BE1-A863-CEEA6CF07C76}" srcOrd="5" destOrd="0" presId="urn:microsoft.com/office/officeart/2005/8/layout/hProcess9"/>
    <dgm:cxn modelId="{0D805097-8A45-4BEE-862D-DCF1537982C5}" type="presParOf" srcId="{F21365CB-554D-4AA5-B5F0-45486BE27328}" destId="{DC590A87-7BFA-4AE1-B562-13A385AD00BF}" srcOrd="6" destOrd="0" presId="urn:microsoft.com/office/officeart/2005/8/layout/hProcess9"/>
    <dgm:cxn modelId="{6F8098DE-845D-4A25-AC8C-21F4CAAD2945}" type="presParOf" srcId="{F21365CB-554D-4AA5-B5F0-45486BE27328}" destId="{FF41A58D-68B1-4941-9385-3AC506A89940}" srcOrd="7" destOrd="0" presId="urn:microsoft.com/office/officeart/2005/8/layout/hProcess9"/>
    <dgm:cxn modelId="{CD609AAB-8CCC-40BE-88E5-9CD0906F28DE}" type="presParOf" srcId="{F21365CB-554D-4AA5-B5F0-45486BE27328}" destId="{A3BF9FD5-1435-44EE-91AD-035B07F56BDA}" srcOrd="8" destOrd="0" presId="urn:microsoft.com/office/officeart/2005/8/layout/hProcess9"/>
    <dgm:cxn modelId="{73CDE47A-77BC-43DA-8148-90B3CFF2F125}" type="presParOf" srcId="{F21365CB-554D-4AA5-B5F0-45486BE27328}" destId="{DEF623D9-D36F-4FAA-9D92-4366002930F6}" srcOrd="9" destOrd="0" presId="urn:microsoft.com/office/officeart/2005/8/layout/hProcess9"/>
    <dgm:cxn modelId="{BAF2AB1D-CB85-4E92-A817-9BD65E8E1FE7}" type="presParOf" srcId="{F21365CB-554D-4AA5-B5F0-45486BE27328}" destId="{41EC8E13-38DD-4935-9A35-F03E0379E19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82BC40-7854-4286-B4F3-DE0038BC22B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E9D691B-E19D-479E-A4B7-70839EAC79B4}">
      <dgm:prSet/>
      <dgm:spPr/>
      <dgm:t>
        <a:bodyPr/>
        <a:lstStyle/>
        <a:p>
          <a:r>
            <a:rPr lang="en-US" dirty="0"/>
            <a:t>Pair Plot</a:t>
          </a:r>
          <a:endParaRPr lang="en-IN" dirty="0"/>
        </a:p>
      </dgm:t>
    </dgm:pt>
    <dgm:pt modelId="{C2D8FDBD-4125-4261-A109-5FF4E111BD59}" type="parTrans" cxnId="{5B54FBB5-9131-43E0-96CC-E7B883E4AD19}">
      <dgm:prSet/>
      <dgm:spPr/>
      <dgm:t>
        <a:bodyPr/>
        <a:lstStyle/>
        <a:p>
          <a:endParaRPr lang="en-IN"/>
        </a:p>
      </dgm:t>
    </dgm:pt>
    <dgm:pt modelId="{C2FA80BB-6698-4238-B038-81C360C49FE8}" type="sibTrans" cxnId="{5B54FBB5-9131-43E0-96CC-E7B883E4AD19}">
      <dgm:prSet/>
      <dgm:spPr/>
      <dgm:t>
        <a:bodyPr/>
        <a:lstStyle/>
        <a:p>
          <a:endParaRPr lang="en-IN"/>
        </a:p>
      </dgm:t>
    </dgm:pt>
    <dgm:pt modelId="{5AF616D4-0116-48C2-9BD5-799BF1F728D9}" type="pres">
      <dgm:prSet presAssocID="{CD82BC40-7854-4286-B4F3-DE0038BC22B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CF1FC99-42B6-4224-94EA-BC91F2B76BB4}" type="pres">
      <dgm:prSet presAssocID="{DE9D691B-E19D-479E-A4B7-70839EAC79B4}" presName="horFlow" presStyleCnt="0"/>
      <dgm:spPr/>
    </dgm:pt>
    <dgm:pt modelId="{0B7A1F3F-BBC2-4C58-9CEC-0EEF5130F7D0}" type="pres">
      <dgm:prSet presAssocID="{DE9D691B-E19D-479E-A4B7-70839EAC79B4}" presName="bigChev" presStyleLbl="node1" presStyleIdx="0" presStyleCnt="1"/>
      <dgm:spPr/>
    </dgm:pt>
  </dgm:ptLst>
  <dgm:cxnLst>
    <dgm:cxn modelId="{41713D25-66DC-4D56-BE11-FEBEDF166704}" type="presOf" srcId="{CD82BC40-7854-4286-B4F3-DE0038BC22B4}" destId="{5AF616D4-0116-48C2-9BD5-799BF1F728D9}" srcOrd="0" destOrd="0" presId="urn:microsoft.com/office/officeart/2005/8/layout/lProcess3"/>
    <dgm:cxn modelId="{5B54FBB5-9131-43E0-96CC-E7B883E4AD19}" srcId="{CD82BC40-7854-4286-B4F3-DE0038BC22B4}" destId="{DE9D691B-E19D-479E-A4B7-70839EAC79B4}" srcOrd="0" destOrd="0" parTransId="{C2D8FDBD-4125-4261-A109-5FF4E111BD59}" sibTransId="{C2FA80BB-6698-4238-B038-81C360C49FE8}"/>
    <dgm:cxn modelId="{B46A5FCC-9041-45FA-98FF-4692340EA7EC}" type="presOf" srcId="{DE9D691B-E19D-479E-A4B7-70839EAC79B4}" destId="{0B7A1F3F-BBC2-4C58-9CEC-0EEF5130F7D0}" srcOrd="0" destOrd="0" presId="urn:microsoft.com/office/officeart/2005/8/layout/lProcess3"/>
    <dgm:cxn modelId="{864CD84A-CDB3-4AF0-94D2-13057DE8E3C9}" type="presParOf" srcId="{5AF616D4-0116-48C2-9BD5-799BF1F728D9}" destId="{5CF1FC99-42B6-4224-94EA-BC91F2B76BB4}" srcOrd="0" destOrd="0" presId="urn:microsoft.com/office/officeart/2005/8/layout/lProcess3"/>
    <dgm:cxn modelId="{79BC6741-D0B1-41BD-A760-710127FFAC40}" type="presParOf" srcId="{5CF1FC99-42B6-4224-94EA-BC91F2B76BB4}" destId="{0B7A1F3F-BBC2-4C58-9CEC-0EEF5130F7D0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7DA696-CBE6-4F0B-99FF-E034ADDA7E75}" type="doc">
      <dgm:prSet loTypeId="urn:microsoft.com/office/officeart/2005/8/layout/venn1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73A81DF-FD85-4DF4-9D25-A3CEBC7B1374}">
      <dgm:prSet/>
      <dgm:spPr/>
      <dgm:t>
        <a:bodyPr/>
        <a:lstStyle/>
        <a:p>
          <a:r>
            <a:rPr lang="en-IN" b="1"/>
            <a:t>Raw Manufacturing Data</a:t>
          </a:r>
          <a:br>
            <a:rPr lang="en-IN"/>
          </a:br>
          <a:r>
            <a:rPr lang="en-IN"/>
            <a:t> Collection of machine and production-related data from manufacturing processes.</a:t>
          </a:r>
        </a:p>
      </dgm:t>
    </dgm:pt>
    <dgm:pt modelId="{3FEBEBC4-22E6-4A10-9FCE-4870935AC128}" type="parTrans" cxnId="{49FDEB4B-8C9E-474B-80E4-045BD3F96FE4}">
      <dgm:prSet/>
      <dgm:spPr/>
      <dgm:t>
        <a:bodyPr/>
        <a:lstStyle/>
        <a:p>
          <a:endParaRPr lang="en-IN"/>
        </a:p>
      </dgm:t>
    </dgm:pt>
    <dgm:pt modelId="{8A2C6AEB-E32C-4C0E-90E4-3F21CAFCFD02}" type="sibTrans" cxnId="{49FDEB4B-8C9E-474B-80E4-045BD3F96FE4}">
      <dgm:prSet/>
      <dgm:spPr/>
      <dgm:t>
        <a:bodyPr/>
        <a:lstStyle/>
        <a:p>
          <a:endParaRPr lang="en-IN"/>
        </a:p>
      </dgm:t>
    </dgm:pt>
    <dgm:pt modelId="{CDF35605-48C8-42CF-95B5-D4A79F02987F}">
      <dgm:prSet/>
      <dgm:spPr/>
      <dgm:t>
        <a:bodyPr/>
        <a:lstStyle/>
        <a:p>
          <a:r>
            <a:rPr lang="en-IN" b="1"/>
            <a:t>Feature Selection</a:t>
          </a:r>
          <a:br>
            <a:rPr lang="en-IN"/>
          </a:br>
          <a:r>
            <a:rPr lang="en-IN"/>
            <a:t>dentification of the most relevant variables that influence production output.</a:t>
          </a:r>
        </a:p>
      </dgm:t>
    </dgm:pt>
    <dgm:pt modelId="{2B45A39F-2C6D-4A58-8C5D-17A292233E6F}" type="parTrans" cxnId="{B3B66AB6-9980-4EA3-B13B-ED1D1C54DBC0}">
      <dgm:prSet/>
      <dgm:spPr/>
      <dgm:t>
        <a:bodyPr/>
        <a:lstStyle/>
        <a:p>
          <a:endParaRPr lang="en-IN"/>
        </a:p>
      </dgm:t>
    </dgm:pt>
    <dgm:pt modelId="{7F1E84D8-2C25-45A0-B577-72766506C702}" type="sibTrans" cxnId="{B3B66AB6-9980-4EA3-B13B-ED1D1C54DBC0}">
      <dgm:prSet/>
      <dgm:spPr/>
      <dgm:t>
        <a:bodyPr/>
        <a:lstStyle/>
        <a:p>
          <a:endParaRPr lang="en-IN"/>
        </a:p>
      </dgm:t>
    </dgm:pt>
    <dgm:pt modelId="{5640C839-A5AE-4B5F-899D-7C9DD68ED9F1}">
      <dgm:prSet/>
      <dgm:spPr/>
      <dgm:t>
        <a:bodyPr/>
        <a:lstStyle/>
        <a:p>
          <a:r>
            <a:rPr lang="en-IN" b="1"/>
            <a:t>Data Preprocessing</a:t>
          </a:r>
          <a:br>
            <a:rPr lang="en-IN"/>
          </a:br>
          <a:r>
            <a:rPr lang="en-IN"/>
            <a:t> Cleaning and transforming data to improve quality and consistency.</a:t>
          </a:r>
        </a:p>
      </dgm:t>
    </dgm:pt>
    <dgm:pt modelId="{89F581ED-EDA5-46F5-B3F5-C1D217991F5D}" type="parTrans" cxnId="{3420234B-2D82-4287-AD51-BDF2CC77B1CF}">
      <dgm:prSet/>
      <dgm:spPr/>
      <dgm:t>
        <a:bodyPr/>
        <a:lstStyle/>
        <a:p>
          <a:endParaRPr lang="en-IN"/>
        </a:p>
      </dgm:t>
    </dgm:pt>
    <dgm:pt modelId="{722586F9-52E7-467C-978A-8125DE4872F9}" type="sibTrans" cxnId="{3420234B-2D82-4287-AD51-BDF2CC77B1CF}">
      <dgm:prSet/>
      <dgm:spPr/>
      <dgm:t>
        <a:bodyPr/>
        <a:lstStyle/>
        <a:p>
          <a:endParaRPr lang="en-IN"/>
        </a:p>
      </dgm:t>
    </dgm:pt>
    <dgm:pt modelId="{1BBB68E4-090C-4A30-95B1-698864C0C782}">
      <dgm:prSet/>
      <dgm:spPr/>
      <dgm:t>
        <a:bodyPr/>
        <a:lstStyle/>
        <a:p>
          <a:r>
            <a:rPr lang="en-IN" b="1"/>
            <a:t>Model Input (Features List)</a:t>
          </a:r>
          <a:br>
            <a:rPr lang="en-IN"/>
          </a:br>
          <a:r>
            <a:rPr lang="en-IN"/>
            <a:t> Selected features are structured and provided to the prediction model.</a:t>
          </a:r>
        </a:p>
      </dgm:t>
    </dgm:pt>
    <dgm:pt modelId="{C4BE3E64-0725-46DC-8D26-E8D97350AF81}" type="parTrans" cxnId="{4DA701F3-6D33-44FE-9BE2-9ADE00AEFD64}">
      <dgm:prSet/>
      <dgm:spPr/>
      <dgm:t>
        <a:bodyPr/>
        <a:lstStyle/>
        <a:p>
          <a:endParaRPr lang="en-IN"/>
        </a:p>
      </dgm:t>
    </dgm:pt>
    <dgm:pt modelId="{D91BBA8D-ACED-4459-902F-DE90DF9FC06B}" type="sibTrans" cxnId="{4DA701F3-6D33-44FE-9BE2-9ADE00AEFD64}">
      <dgm:prSet/>
      <dgm:spPr/>
      <dgm:t>
        <a:bodyPr/>
        <a:lstStyle/>
        <a:p>
          <a:endParaRPr lang="en-IN"/>
        </a:p>
      </dgm:t>
    </dgm:pt>
    <dgm:pt modelId="{37DA3BF3-9313-4349-B0E5-C9EACA76E21D}">
      <dgm:prSet/>
      <dgm:spPr/>
      <dgm:t>
        <a:bodyPr/>
        <a:lstStyle/>
        <a:p>
          <a:r>
            <a:rPr lang="en-IN" b="1" dirty="0"/>
            <a:t>Production Output Prediction</a:t>
          </a:r>
          <a:br>
            <a:rPr lang="en-IN" dirty="0"/>
          </a:br>
          <a:r>
            <a:rPr lang="en-IN" dirty="0"/>
            <a:t> The model estimates the number of parts produced per hour.</a:t>
          </a:r>
        </a:p>
      </dgm:t>
    </dgm:pt>
    <dgm:pt modelId="{E7161A9A-EC44-4B65-BC7B-1FAE99914E8C}" type="parTrans" cxnId="{A84B06CF-F520-4CD3-8B4C-0075DA72B298}">
      <dgm:prSet/>
      <dgm:spPr/>
      <dgm:t>
        <a:bodyPr/>
        <a:lstStyle/>
        <a:p>
          <a:endParaRPr lang="en-IN"/>
        </a:p>
      </dgm:t>
    </dgm:pt>
    <dgm:pt modelId="{65BFC02A-E47C-4BAE-A30B-DE761DD1D704}" type="sibTrans" cxnId="{A84B06CF-F520-4CD3-8B4C-0075DA72B298}">
      <dgm:prSet/>
      <dgm:spPr/>
      <dgm:t>
        <a:bodyPr/>
        <a:lstStyle/>
        <a:p>
          <a:endParaRPr lang="en-IN"/>
        </a:p>
      </dgm:t>
    </dgm:pt>
    <dgm:pt modelId="{57268CCA-9A54-4AF1-B08D-59AC5DC91F83}" type="pres">
      <dgm:prSet presAssocID="{B17DA696-CBE6-4F0B-99FF-E034ADDA7E75}" presName="compositeShape" presStyleCnt="0">
        <dgm:presLayoutVars>
          <dgm:chMax val="7"/>
          <dgm:dir/>
          <dgm:resizeHandles val="exact"/>
        </dgm:presLayoutVars>
      </dgm:prSet>
      <dgm:spPr/>
    </dgm:pt>
    <dgm:pt modelId="{93AB88FC-BCFC-4C0B-937A-7A306EC35796}" type="pres">
      <dgm:prSet presAssocID="{B73A81DF-FD85-4DF4-9D25-A3CEBC7B1374}" presName="circ1" presStyleLbl="vennNode1" presStyleIdx="0" presStyleCnt="5"/>
      <dgm:spPr/>
    </dgm:pt>
    <dgm:pt modelId="{6519208D-3DE8-4CD1-9155-C86FF489FD0E}" type="pres">
      <dgm:prSet presAssocID="{B73A81DF-FD85-4DF4-9D25-A3CEBC7B137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9557A17-9862-4910-A282-2A9665109789}" type="pres">
      <dgm:prSet presAssocID="{CDF35605-48C8-42CF-95B5-D4A79F02987F}" presName="circ2" presStyleLbl="vennNode1" presStyleIdx="1" presStyleCnt="5"/>
      <dgm:spPr/>
    </dgm:pt>
    <dgm:pt modelId="{F488E603-2647-4D7D-95D3-DD9DE51429B6}" type="pres">
      <dgm:prSet presAssocID="{CDF35605-48C8-42CF-95B5-D4A79F02987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F2D5510-620D-41E9-B25A-274CA66F1995}" type="pres">
      <dgm:prSet presAssocID="{5640C839-A5AE-4B5F-899D-7C9DD68ED9F1}" presName="circ3" presStyleLbl="vennNode1" presStyleIdx="2" presStyleCnt="5"/>
      <dgm:spPr/>
    </dgm:pt>
    <dgm:pt modelId="{FC60A0FA-7B07-4C98-8FBC-AB37326F9AF7}" type="pres">
      <dgm:prSet presAssocID="{5640C839-A5AE-4B5F-899D-7C9DD68ED9F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CF92E5-BAE1-4C63-9E2C-1B1D9FFCAF4F}" type="pres">
      <dgm:prSet presAssocID="{1BBB68E4-090C-4A30-95B1-698864C0C782}" presName="circ4" presStyleLbl="vennNode1" presStyleIdx="3" presStyleCnt="5"/>
      <dgm:spPr/>
    </dgm:pt>
    <dgm:pt modelId="{3FAB9AA6-724D-469B-9F14-EFB4DCD09F87}" type="pres">
      <dgm:prSet presAssocID="{1BBB68E4-090C-4A30-95B1-698864C0C78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314E6F4-1E6E-4976-B451-3E0B3E9D1CFA}" type="pres">
      <dgm:prSet presAssocID="{37DA3BF3-9313-4349-B0E5-C9EACA76E21D}" presName="circ5" presStyleLbl="vennNode1" presStyleIdx="4" presStyleCnt="5" custScaleX="108346"/>
      <dgm:spPr/>
    </dgm:pt>
    <dgm:pt modelId="{22BE6E1D-50AC-4166-873B-8544E00C1C3C}" type="pres">
      <dgm:prSet presAssocID="{37DA3BF3-9313-4349-B0E5-C9EACA76E21D}" presName="circ5Tx" presStyleLbl="revTx" presStyleIdx="0" presStyleCnt="0" custScaleY="145512">
        <dgm:presLayoutVars>
          <dgm:chMax val="0"/>
          <dgm:chPref val="0"/>
          <dgm:bulletEnabled val="1"/>
        </dgm:presLayoutVars>
      </dgm:prSet>
      <dgm:spPr/>
    </dgm:pt>
  </dgm:ptLst>
  <dgm:cxnLst>
    <dgm:cxn modelId="{A4D2F10B-89E1-4C95-9EDE-1B3EEE25CD58}" type="presOf" srcId="{5640C839-A5AE-4B5F-899D-7C9DD68ED9F1}" destId="{FC60A0FA-7B07-4C98-8FBC-AB37326F9AF7}" srcOrd="0" destOrd="0" presId="urn:microsoft.com/office/officeart/2005/8/layout/venn1"/>
    <dgm:cxn modelId="{C841B41D-1308-4491-A2AE-9528BA27645F}" type="presOf" srcId="{1BBB68E4-090C-4A30-95B1-698864C0C782}" destId="{3FAB9AA6-724D-469B-9F14-EFB4DCD09F87}" srcOrd="0" destOrd="0" presId="urn:microsoft.com/office/officeart/2005/8/layout/venn1"/>
    <dgm:cxn modelId="{1C6E3F22-8965-44C9-B85F-79B93A6B862D}" type="presOf" srcId="{CDF35605-48C8-42CF-95B5-D4A79F02987F}" destId="{F488E603-2647-4D7D-95D3-DD9DE51429B6}" srcOrd="0" destOrd="0" presId="urn:microsoft.com/office/officeart/2005/8/layout/venn1"/>
    <dgm:cxn modelId="{3420234B-2D82-4287-AD51-BDF2CC77B1CF}" srcId="{B17DA696-CBE6-4F0B-99FF-E034ADDA7E75}" destId="{5640C839-A5AE-4B5F-899D-7C9DD68ED9F1}" srcOrd="2" destOrd="0" parTransId="{89F581ED-EDA5-46F5-B3F5-C1D217991F5D}" sibTransId="{722586F9-52E7-467C-978A-8125DE4872F9}"/>
    <dgm:cxn modelId="{49FDEB4B-8C9E-474B-80E4-045BD3F96FE4}" srcId="{B17DA696-CBE6-4F0B-99FF-E034ADDA7E75}" destId="{B73A81DF-FD85-4DF4-9D25-A3CEBC7B1374}" srcOrd="0" destOrd="0" parTransId="{3FEBEBC4-22E6-4A10-9FCE-4870935AC128}" sibTransId="{8A2C6AEB-E32C-4C0E-90E4-3F21CAFCFD02}"/>
    <dgm:cxn modelId="{1A619A8F-33FC-4FE1-9985-44221165516A}" type="presOf" srcId="{37DA3BF3-9313-4349-B0E5-C9EACA76E21D}" destId="{22BE6E1D-50AC-4166-873B-8544E00C1C3C}" srcOrd="0" destOrd="0" presId="urn:microsoft.com/office/officeart/2005/8/layout/venn1"/>
    <dgm:cxn modelId="{6D756C9C-1F78-4610-9884-19D77DB6F5C5}" type="presOf" srcId="{B17DA696-CBE6-4F0B-99FF-E034ADDA7E75}" destId="{57268CCA-9A54-4AF1-B08D-59AC5DC91F83}" srcOrd="0" destOrd="0" presId="urn:microsoft.com/office/officeart/2005/8/layout/venn1"/>
    <dgm:cxn modelId="{B3B66AB6-9980-4EA3-B13B-ED1D1C54DBC0}" srcId="{B17DA696-CBE6-4F0B-99FF-E034ADDA7E75}" destId="{CDF35605-48C8-42CF-95B5-D4A79F02987F}" srcOrd="1" destOrd="0" parTransId="{2B45A39F-2C6D-4A58-8C5D-17A292233E6F}" sibTransId="{7F1E84D8-2C25-45A0-B577-72766506C702}"/>
    <dgm:cxn modelId="{EAC517C9-5D1F-4D51-8AA9-9D5AE2A87A15}" type="presOf" srcId="{B73A81DF-FD85-4DF4-9D25-A3CEBC7B1374}" destId="{6519208D-3DE8-4CD1-9155-C86FF489FD0E}" srcOrd="0" destOrd="0" presId="urn:microsoft.com/office/officeart/2005/8/layout/venn1"/>
    <dgm:cxn modelId="{A84B06CF-F520-4CD3-8B4C-0075DA72B298}" srcId="{B17DA696-CBE6-4F0B-99FF-E034ADDA7E75}" destId="{37DA3BF3-9313-4349-B0E5-C9EACA76E21D}" srcOrd="4" destOrd="0" parTransId="{E7161A9A-EC44-4B65-BC7B-1FAE99914E8C}" sibTransId="{65BFC02A-E47C-4BAE-A30B-DE761DD1D704}"/>
    <dgm:cxn modelId="{4DA701F3-6D33-44FE-9BE2-9ADE00AEFD64}" srcId="{B17DA696-CBE6-4F0B-99FF-E034ADDA7E75}" destId="{1BBB68E4-090C-4A30-95B1-698864C0C782}" srcOrd="3" destOrd="0" parTransId="{C4BE3E64-0725-46DC-8D26-E8D97350AF81}" sibTransId="{D91BBA8D-ACED-4459-902F-DE90DF9FC06B}"/>
    <dgm:cxn modelId="{6D4B569C-9EA8-4394-A0A5-FA9152002FF7}" type="presParOf" srcId="{57268CCA-9A54-4AF1-B08D-59AC5DC91F83}" destId="{93AB88FC-BCFC-4C0B-937A-7A306EC35796}" srcOrd="0" destOrd="0" presId="urn:microsoft.com/office/officeart/2005/8/layout/venn1"/>
    <dgm:cxn modelId="{C4AFCC30-2838-4A2D-8C15-1B5C78802911}" type="presParOf" srcId="{57268CCA-9A54-4AF1-B08D-59AC5DC91F83}" destId="{6519208D-3DE8-4CD1-9155-C86FF489FD0E}" srcOrd="1" destOrd="0" presId="urn:microsoft.com/office/officeart/2005/8/layout/venn1"/>
    <dgm:cxn modelId="{886528D2-E9F9-4067-87E8-A4A2A465FDA1}" type="presParOf" srcId="{57268CCA-9A54-4AF1-B08D-59AC5DC91F83}" destId="{09557A17-9862-4910-A282-2A9665109789}" srcOrd="2" destOrd="0" presId="urn:microsoft.com/office/officeart/2005/8/layout/venn1"/>
    <dgm:cxn modelId="{DC88F880-B20A-41EF-B661-9ED77283103A}" type="presParOf" srcId="{57268CCA-9A54-4AF1-B08D-59AC5DC91F83}" destId="{F488E603-2647-4D7D-95D3-DD9DE51429B6}" srcOrd="3" destOrd="0" presId="urn:microsoft.com/office/officeart/2005/8/layout/venn1"/>
    <dgm:cxn modelId="{F96898F8-80E4-458E-A212-AA79120DA030}" type="presParOf" srcId="{57268CCA-9A54-4AF1-B08D-59AC5DC91F83}" destId="{9F2D5510-620D-41E9-B25A-274CA66F1995}" srcOrd="4" destOrd="0" presId="urn:microsoft.com/office/officeart/2005/8/layout/venn1"/>
    <dgm:cxn modelId="{B387F0CD-17B1-4ACF-AA6B-D409B78B8C0A}" type="presParOf" srcId="{57268CCA-9A54-4AF1-B08D-59AC5DC91F83}" destId="{FC60A0FA-7B07-4C98-8FBC-AB37326F9AF7}" srcOrd="5" destOrd="0" presId="urn:microsoft.com/office/officeart/2005/8/layout/venn1"/>
    <dgm:cxn modelId="{DA5308EB-B6C2-4A10-BCF0-E58A30968523}" type="presParOf" srcId="{57268CCA-9A54-4AF1-B08D-59AC5DC91F83}" destId="{D1CF92E5-BAE1-4C63-9E2C-1B1D9FFCAF4F}" srcOrd="6" destOrd="0" presId="urn:microsoft.com/office/officeart/2005/8/layout/venn1"/>
    <dgm:cxn modelId="{DFB2B52E-E7A1-4379-8E11-8FA17D9F911D}" type="presParOf" srcId="{57268CCA-9A54-4AF1-B08D-59AC5DC91F83}" destId="{3FAB9AA6-724D-469B-9F14-EFB4DCD09F87}" srcOrd="7" destOrd="0" presId="urn:microsoft.com/office/officeart/2005/8/layout/venn1"/>
    <dgm:cxn modelId="{983370BA-C86B-4220-9316-8228EFE16BA5}" type="presParOf" srcId="{57268CCA-9A54-4AF1-B08D-59AC5DC91F83}" destId="{9314E6F4-1E6E-4976-B451-3E0B3E9D1CFA}" srcOrd="8" destOrd="0" presId="urn:microsoft.com/office/officeart/2005/8/layout/venn1"/>
    <dgm:cxn modelId="{7FDD6D98-A66E-48C9-A38D-C12602D220BF}" type="presParOf" srcId="{57268CCA-9A54-4AF1-B08D-59AC5DC91F83}" destId="{22BE6E1D-50AC-4166-873B-8544E00C1C3C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7D31C1-E257-41F7-A1C4-212B894083A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7F177C-864F-4F98-B5AA-0A6480C2FE15}">
      <dgm:prSet/>
      <dgm:spPr/>
      <dgm:t>
        <a:bodyPr/>
        <a:lstStyle/>
        <a:p>
          <a:r>
            <a:rPr lang="en-IN" dirty="0"/>
            <a:t>📈Residual Plot</a:t>
          </a:r>
        </a:p>
      </dgm:t>
    </dgm:pt>
    <dgm:pt modelId="{ED64C10E-819E-40CD-BE41-8C25AEF43923}" type="parTrans" cxnId="{445AB3AE-5CF7-488B-B8F8-28A33C6F7500}">
      <dgm:prSet/>
      <dgm:spPr/>
      <dgm:t>
        <a:bodyPr/>
        <a:lstStyle/>
        <a:p>
          <a:endParaRPr lang="en-IN"/>
        </a:p>
      </dgm:t>
    </dgm:pt>
    <dgm:pt modelId="{5A49211E-570F-4CDF-990C-2D9139979873}" type="sibTrans" cxnId="{445AB3AE-5CF7-488B-B8F8-28A33C6F7500}">
      <dgm:prSet/>
      <dgm:spPr/>
      <dgm:t>
        <a:bodyPr/>
        <a:lstStyle/>
        <a:p>
          <a:endParaRPr lang="en-IN"/>
        </a:p>
      </dgm:t>
    </dgm:pt>
    <dgm:pt modelId="{96B971E6-7220-49DB-B285-782A4928AADB}" type="pres">
      <dgm:prSet presAssocID="{027D31C1-E257-41F7-A1C4-212B894083A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143123D0-1E8B-4DAE-90B1-2373089A274A}" type="pres">
      <dgm:prSet presAssocID="{017F177C-864F-4F98-B5AA-0A6480C2FE15}" presName="horFlow" presStyleCnt="0"/>
      <dgm:spPr/>
    </dgm:pt>
    <dgm:pt modelId="{8CE8D717-7BB5-4F73-A278-E36C60AFA1F2}" type="pres">
      <dgm:prSet presAssocID="{017F177C-864F-4F98-B5AA-0A6480C2FE15}" presName="bigChev" presStyleLbl="node1" presStyleIdx="0" presStyleCnt="1" custScaleX="124786"/>
      <dgm:spPr/>
    </dgm:pt>
  </dgm:ptLst>
  <dgm:cxnLst>
    <dgm:cxn modelId="{4638DE6D-1226-44BD-9B83-266DA6ABD3C1}" type="presOf" srcId="{017F177C-864F-4F98-B5AA-0A6480C2FE15}" destId="{8CE8D717-7BB5-4F73-A278-E36C60AFA1F2}" srcOrd="0" destOrd="0" presId="urn:microsoft.com/office/officeart/2005/8/layout/lProcess3"/>
    <dgm:cxn modelId="{5831A890-6D0F-4B5B-BFE7-69B671EC7733}" type="presOf" srcId="{027D31C1-E257-41F7-A1C4-212B894083A0}" destId="{96B971E6-7220-49DB-B285-782A4928AADB}" srcOrd="0" destOrd="0" presId="urn:microsoft.com/office/officeart/2005/8/layout/lProcess3"/>
    <dgm:cxn modelId="{445AB3AE-5CF7-488B-B8F8-28A33C6F7500}" srcId="{027D31C1-E257-41F7-A1C4-212B894083A0}" destId="{017F177C-864F-4F98-B5AA-0A6480C2FE15}" srcOrd="0" destOrd="0" parTransId="{ED64C10E-819E-40CD-BE41-8C25AEF43923}" sibTransId="{5A49211E-570F-4CDF-990C-2D9139979873}"/>
    <dgm:cxn modelId="{8052A522-FFC0-4A37-B5A4-2CC0454C7A6E}" type="presParOf" srcId="{96B971E6-7220-49DB-B285-782A4928AADB}" destId="{143123D0-1E8B-4DAE-90B1-2373089A274A}" srcOrd="0" destOrd="0" presId="urn:microsoft.com/office/officeart/2005/8/layout/lProcess3"/>
    <dgm:cxn modelId="{EB8B6119-DB59-4678-9755-EC37611E9991}" type="presParOf" srcId="{143123D0-1E8B-4DAE-90B1-2373089A274A}" destId="{8CE8D717-7BB5-4F73-A278-E36C60AFA1F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2DD80B-AC65-4EA5-A5ED-4127CE06A77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EFE5DDC-2ABE-4EF3-A8DB-884C19ED75CF}">
      <dgm:prSet/>
      <dgm:spPr/>
      <dgm:t>
        <a:bodyPr/>
        <a:lstStyle/>
        <a:p>
          <a:r>
            <a:rPr lang="en-IN"/>
            <a:t>📈 Actual vs Predicted Plot</a:t>
          </a:r>
        </a:p>
      </dgm:t>
    </dgm:pt>
    <dgm:pt modelId="{87CFD42A-F730-4330-A576-C26035B63C36}" type="parTrans" cxnId="{093E3B1C-3188-4A52-9B2C-D5132FF83F83}">
      <dgm:prSet/>
      <dgm:spPr/>
      <dgm:t>
        <a:bodyPr/>
        <a:lstStyle/>
        <a:p>
          <a:endParaRPr lang="en-IN"/>
        </a:p>
      </dgm:t>
    </dgm:pt>
    <dgm:pt modelId="{3D655CAF-2DC8-4E72-B4A8-81D5545C24F2}" type="sibTrans" cxnId="{093E3B1C-3188-4A52-9B2C-D5132FF83F83}">
      <dgm:prSet/>
      <dgm:spPr/>
      <dgm:t>
        <a:bodyPr/>
        <a:lstStyle/>
        <a:p>
          <a:endParaRPr lang="en-IN"/>
        </a:p>
      </dgm:t>
    </dgm:pt>
    <dgm:pt modelId="{C573D45D-2E2A-4EF8-A51C-AC8CDC07AED1}" type="pres">
      <dgm:prSet presAssocID="{972DD80B-AC65-4EA5-A5ED-4127CE06A77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1C60E4A-4B32-4E47-BC91-B7C4F122F416}" type="pres">
      <dgm:prSet presAssocID="{0EFE5DDC-2ABE-4EF3-A8DB-884C19ED75CF}" presName="horFlow" presStyleCnt="0"/>
      <dgm:spPr/>
    </dgm:pt>
    <dgm:pt modelId="{B044B145-AB86-4A7F-A50F-D1344BF6718C}" type="pres">
      <dgm:prSet presAssocID="{0EFE5DDC-2ABE-4EF3-A8DB-884C19ED75CF}" presName="bigChev" presStyleLbl="node1" presStyleIdx="0" presStyleCnt="1" custScaleX="158490" custLinFactNeighborX="21501" custLinFactNeighborY="-20"/>
      <dgm:spPr/>
    </dgm:pt>
  </dgm:ptLst>
  <dgm:cxnLst>
    <dgm:cxn modelId="{093E3B1C-3188-4A52-9B2C-D5132FF83F83}" srcId="{972DD80B-AC65-4EA5-A5ED-4127CE06A770}" destId="{0EFE5DDC-2ABE-4EF3-A8DB-884C19ED75CF}" srcOrd="0" destOrd="0" parTransId="{87CFD42A-F730-4330-A576-C26035B63C36}" sibTransId="{3D655CAF-2DC8-4E72-B4A8-81D5545C24F2}"/>
    <dgm:cxn modelId="{27863180-72C5-4501-96CD-902CE6ABCDE2}" type="presOf" srcId="{0EFE5DDC-2ABE-4EF3-A8DB-884C19ED75CF}" destId="{B044B145-AB86-4A7F-A50F-D1344BF6718C}" srcOrd="0" destOrd="0" presId="urn:microsoft.com/office/officeart/2005/8/layout/lProcess3"/>
    <dgm:cxn modelId="{C9474686-F638-40E8-8F27-CA485DA6B304}" type="presOf" srcId="{972DD80B-AC65-4EA5-A5ED-4127CE06A770}" destId="{C573D45D-2E2A-4EF8-A51C-AC8CDC07AED1}" srcOrd="0" destOrd="0" presId="urn:microsoft.com/office/officeart/2005/8/layout/lProcess3"/>
    <dgm:cxn modelId="{AE29831A-A624-4E7A-8FCB-F5156F910327}" type="presParOf" srcId="{C573D45D-2E2A-4EF8-A51C-AC8CDC07AED1}" destId="{21C60E4A-4B32-4E47-BC91-B7C4F122F416}" srcOrd="0" destOrd="0" presId="urn:microsoft.com/office/officeart/2005/8/layout/lProcess3"/>
    <dgm:cxn modelId="{5D9F159F-402B-4535-90ED-9D73A9D71F4E}" type="presParOf" srcId="{21C60E4A-4B32-4E47-BC91-B7C4F122F416}" destId="{B044B145-AB86-4A7F-A50F-D1344BF6718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F35C6EE-6E8F-49EE-A5F4-926529661856}" type="doc">
      <dgm:prSet loTypeId="urn:microsoft.com/office/officeart/2005/8/layout/vList3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E4404F11-50B9-4ECC-B675-8A3298AD713B}">
      <dgm:prSet/>
      <dgm:spPr/>
      <dgm:t>
        <a:bodyPr/>
        <a:lstStyle/>
        <a:p>
          <a:r>
            <a:rPr lang="en-IN" b="1" i="0"/>
            <a:t>Selected Features</a:t>
          </a:r>
          <a:br>
            <a:rPr lang="en-IN" b="0" i="0"/>
          </a:br>
          <a:r>
            <a:rPr lang="en-IN" b="0" i="0"/>
            <a:t>➡️ Input variables prepared for model training.</a:t>
          </a:r>
          <a:endParaRPr lang="en-IN"/>
        </a:p>
      </dgm:t>
    </dgm:pt>
    <dgm:pt modelId="{BD85349F-4276-4C92-9B4B-66F86110CB0D}" type="parTrans" cxnId="{70506704-6C65-4478-BA88-2F224130EC17}">
      <dgm:prSet/>
      <dgm:spPr/>
      <dgm:t>
        <a:bodyPr/>
        <a:lstStyle/>
        <a:p>
          <a:endParaRPr lang="en-IN"/>
        </a:p>
      </dgm:t>
    </dgm:pt>
    <dgm:pt modelId="{AD6DC1B7-A4D8-4AC6-B7DA-B34981D2F9CB}" type="sibTrans" cxnId="{70506704-6C65-4478-BA88-2F224130EC17}">
      <dgm:prSet/>
      <dgm:spPr/>
      <dgm:t>
        <a:bodyPr/>
        <a:lstStyle/>
        <a:p>
          <a:endParaRPr lang="en-IN"/>
        </a:p>
      </dgm:t>
    </dgm:pt>
    <dgm:pt modelId="{060FD3B3-0E64-4275-AD3C-E54122EC3C7B}">
      <dgm:prSet/>
      <dgm:spPr/>
      <dgm:t>
        <a:bodyPr/>
        <a:lstStyle/>
        <a:p>
          <a:r>
            <a:rPr lang="en-IN" b="1" i="0"/>
            <a:t>Linear Regression Algorithm</a:t>
          </a:r>
          <a:br>
            <a:rPr lang="en-IN" b="0" i="0"/>
          </a:br>
          <a:r>
            <a:rPr lang="en-IN" b="0" i="0"/>
            <a:t>➡️ Learns the relationship between inputs and production output.</a:t>
          </a:r>
          <a:endParaRPr lang="en-IN"/>
        </a:p>
      </dgm:t>
    </dgm:pt>
    <dgm:pt modelId="{F246250E-4DF4-4752-ACEF-A0FCBBD9BCCA}" type="parTrans" cxnId="{A9635C84-EB01-4763-B98F-227EF87648CF}">
      <dgm:prSet/>
      <dgm:spPr/>
      <dgm:t>
        <a:bodyPr/>
        <a:lstStyle/>
        <a:p>
          <a:endParaRPr lang="en-IN"/>
        </a:p>
      </dgm:t>
    </dgm:pt>
    <dgm:pt modelId="{89B124AC-1F7D-43EF-848C-821B863C4666}" type="sibTrans" cxnId="{A9635C84-EB01-4763-B98F-227EF87648CF}">
      <dgm:prSet/>
      <dgm:spPr/>
      <dgm:t>
        <a:bodyPr/>
        <a:lstStyle/>
        <a:p>
          <a:endParaRPr lang="en-IN"/>
        </a:p>
      </dgm:t>
    </dgm:pt>
    <dgm:pt modelId="{04C41098-CD87-480D-A0F5-D8EECBDBABF3}">
      <dgm:prSet/>
      <dgm:spPr/>
      <dgm:t>
        <a:bodyPr/>
        <a:lstStyle/>
        <a:p>
          <a:r>
            <a:rPr lang="en-IN" b="1" i="0"/>
            <a:t>Trained Model</a:t>
          </a:r>
          <a:br>
            <a:rPr lang="en-IN" b="0" i="0"/>
          </a:br>
          <a:r>
            <a:rPr lang="en-IN" b="0" i="0"/>
            <a:t>➡️ Generates a prediction model based on learned patterns.</a:t>
          </a:r>
          <a:endParaRPr lang="en-IN"/>
        </a:p>
      </dgm:t>
    </dgm:pt>
    <dgm:pt modelId="{21D5F853-D030-4C70-B813-94A1E0413284}" type="parTrans" cxnId="{A1F545FF-CB9F-4910-A0E9-D81F98D93367}">
      <dgm:prSet/>
      <dgm:spPr/>
      <dgm:t>
        <a:bodyPr/>
        <a:lstStyle/>
        <a:p>
          <a:endParaRPr lang="en-IN"/>
        </a:p>
      </dgm:t>
    </dgm:pt>
    <dgm:pt modelId="{155C63CA-FF74-4BA8-A549-23EDCAF324BB}" type="sibTrans" cxnId="{A1F545FF-CB9F-4910-A0E9-D81F98D93367}">
      <dgm:prSet/>
      <dgm:spPr/>
      <dgm:t>
        <a:bodyPr/>
        <a:lstStyle/>
        <a:p>
          <a:endParaRPr lang="en-IN"/>
        </a:p>
      </dgm:t>
    </dgm:pt>
    <dgm:pt modelId="{F3A4DCF3-1A89-437D-9A05-AA4D8B2C4BC5}">
      <dgm:prSet/>
      <dgm:spPr/>
      <dgm:t>
        <a:bodyPr/>
        <a:lstStyle/>
        <a:p>
          <a:r>
            <a:rPr lang="en-IN" b="1" i="0"/>
            <a:t>Model Saved (.pkl File)</a:t>
          </a:r>
          <a:br>
            <a:rPr lang="en-IN" b="0" i="0"/>
          </a:br>
          <a:r>
            <a:rPr lang="en-IN" b="0" i="0"/>
            <a:t>➡️ Stores the trained model for future deployment and predictions.</a:t>
          </a:r>
          <a:endParaRPr lang="en-IN"/>
        </a:p>
      </dgm:t>
    </dgm:pt>
    <dgm:pt modelId="{83B57F52-A8C4-446C-8442-9CCE6B224E34}" type="parTrans" cxnId="{2ACFCF19-B712-4865-8219-5854E327A25C}">
      <dgm:prSet/>
      <dgm:spPr/>
      <dgm:t>
        <a:bodyPr/>
        <a:lstStyle/>
        <a:p>
          <a:endParaRPr lang="en-IN"/>
        </a:p>
      </dgm:t>
    </dgm:pt>
    <dgm:pt modelId="{C021FD48-F005-48D7-B0F6-35A46F74C6B6}" type="sibTrans" cxnId="{2ACFCF19-B712-4865-8219-5854E327A25C}">
      <dgm:prSet/>
      <dgm:spPr/>
      <dgm:t>
        <a:bodyPr/>
        <a:lstStyle/>
        <a:p>
          <a:endParaRPr lang="en-IN"/>
        </a:p>
      </dgm:t>
    </dgm:pt>
    <dgm:pt modelId="{6B9F6535-2545-4B91-BB4B-983C48BAA389}">
      <dgm:prSet/>
      <dgm:spPr/>
      <dgm:t>
        <a:bodyPr/>
        <a:lstStyle/>
        <a:p>
          <a:r>
            <a:rPr lang="en-IN" b="1" i="0"/>
            <a:t>Model Training</a:t>
          </a:r>
          <a:br>
            <a:rPr lang="en-IN" b="0" i="0"/>
          </a:br>
          <a:r>
            <a:rPr lang="en-IN" b="0" i="0"/>
            <a:t>➡️ Fits the best regression line using historical manufacturing data.</a:t>
          </a:r>
          <a:endParaRPr lang="en-IN"/>
        </a:p>
      </dgm:t>
    </dgm:pt>
    <dgm:pt modelId="{CC5DA98C-9303-436A-B165-FC978837B8C0}" type="sibTrans" cxnId="{DB836E7E-11EF-4049-945E-E23E87892AD7}">
      <dgm:prSet/>
      <dgm:spPr/>
      <dgm:t>
        <a:bodyPr/>
        <a:lstStyle/>
        <a:p>
          <a:endParaRPr lang="en-IN"/>
        </a:p>
      </dgm:t>
    </dgm:pt>
    <dgm:pt modelId="{A771FACD-D2ED-4D41-913B-B6FE13AFEB82}" type="parTrans" cxnId="{DB836E7E-11EF-4049-945E-E23E87892AD7}">
      <dgm:prSet/>
      <dgm:spPr/>
      <dgm:t>
        <a:bodyPr/>
        <a:lstStyle/>
        <a:p>
          <a:endParaRPr lang="en-IN"/>
        </a:p>
      </dgm:t>
    </dgm:pt>
    <dgm:pt modelId="{46624C5D-931E-422C-9D1D-0DF17917A3E1}" type="pres">
      <dgm:prSet presAssocID="{FF35C6EE-6E8F-49EE-A5F4-926529661856}" presName="linearFlow" presStyleCnt="0">
        <dgm:presLayoutVars>
          <dgm:dir/>
          <dgm:resizeHandles val="exact"/>
        </dgm:presLayoutVars>
      </dgm:prSet>
      <dgm:spPr/>
    </dgm:pt>
    <dgm:pt modelId="{F0A3A780-299A-4A29-9830-0A85ED6736DA}" type="pres">
      <dgm:prSet presAssocID="{E4404F11-50B9-4ECC-B675-8A3298AD713B}" presName="composite" presStyleCnt="0"/>
      <dgm:spPr/>
    </dgm:pt>
    <dgm:pt modelId="{A19251C3-97E1-4428-8D7F-B733B760B585}" type="pres">
      <dgm:prSet presAssocID="{E4404F11-50B9-4ECC-B675-8A3298AD713B}" presName="imgShp" presStyleLbl="fgImgPlac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  <dgm:pt modelId="{E412CB31-FC72-4BAA-A679-110393CA1256}" type="pres">
      <dgm:prSet presAssocID="{E4404F11-50B9-4ECC-B675-8A3298AD713B}" presName="txShp" presStyleLbl="node1" presStyleIdx="0" presStyleCnt="5">
        <dgm:presLayoutVars>
          <dgm:bulletEnabled val="1"/>
        </dgm:presLayoutVars>
      </dgm:prSet>
      <dgm:spPr/>
    </dgm:pt>
    <dgm:pt modelId="{36A47C79-8C18-491C-8EE8-8A3B60D33684}" type="pres">
      <dgm:prSet presAssocID="{AD6DC1B7-A4D8-4AC6-B7DA-B34981D2F9CB}" presName="spacing" presStyleCnt="0"/>
      <dgm:spPr/>
    </dgm:pt>
    <dgm:pt modelId="{4C11FD60-9AC5-4A18-A214-29C737907E91}" type="pres">
      <dgm:prSet presAssocID="{060FD3B3-0E64-4275-AD3C-E54122EC3C7B}" presName="composite" presStyleCnt="0"/>
      <dgm:spPr/>
    </dgm:pt>
    <dgm:pt modelId="{20646AA6-8317-4ABE-A4CF-4CF408C6E93E}" type="pres">
      <dgm:prSet presAssocID="{060FD3B3-0E64-4275-AD3C-E54122EC3C7B}" presName="imgShp" presStyleLbl="fgImgPlac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19F7423E-9D20-4664-9D41-574D6161B6AC}" type="pres">
      <dgm:prSet presAssocID="{060FD3B3-0E64-4275-AD3C-E54122EC3C7B}" presName="txShp" presStyleLbl="node1" presStyleIdx="1" presStyleCnt="5">
        <dgm:presLayoutVars>
          <dgm:bulletEnabled val="1"/>
        </dgm:presLayoutVars>
      </dgm:prSet>
      <dgm:spPr/>
    </dgm:pt>
    <dgm:pt modelId="{219A6CB0-0E2E-484A-A9FE-FEFF402FA058}" type="pres">
      <dgm:prSet presAssocID="{89B124AC-1F7D-43EF-848C-821B863C4666}" presName="spacing" presStyleCnt="0"/>
      <dgm:spPr/>
    </dgm:pt>
    <dgm:pt modelId="{339A9C26-47EE-41DE-A8F6-9BCAF7063C7B}" type="pres">
      <dgm:prSet presAssocID="{6B9F6535-2545-4B91-BB4B-983C48BAA389}" presName="composite" presStyleCnt="0"/>
      <dgm:spPr/>
    </dgm:pt>
    <dgm:pt modelId="{306B982B-FBBB-4236-AC22-D8D3FC496FF6}" type="pres">
      <dgm:prSet presAssocID="{6B9F6535-2545-4B91-BB4B-983C48BAA389}" presName="imgShp" presStyleLbl="f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with solid fill"/>
        </a:ext>
      </dgm:extLst>
    </dgm:pt>
    <dgm:pt modelId="{F5AFC6CD-56BA-496F-A6EF-F44C478F2B9D}" type="pres">
      <dgm:prSet presAssocID="{6B9F6535-2545-4B91-BB4B-983C48BAA389}" presName="txShp" presStyleLbl="node1" presStyleIdx="2" presStyleCnt="5">
        <dgm:presLayoutVars>
          <dgm:bulletEnabled val="1"/>
        </dgm:presLayoutVars>
      </dgm:prSet>
      <dgm:spPr/>
    </dgm:pt>
    <dgm:pt modelId="{297E21A1-5AA0-42A5-A50F-BC59D1E11B4D}" type="pres">
      <dgm:prSet presAssocID="{CC5DA98C-9303-436A-B165-FC978837B8C0}" presName="spacing" presStyleCnt="0"/>
      <dgm:spPr/>
    </dgm:pt>
    <dgm:pt modelId="{EA8D01AB-D151-4086-8554-AC9E32C86B55}" type="pres">
      <dgm:prSet presAssocID="{04C41098-CD87-480D-A0F5-D8EECBDBABF3}" presName="composite" presStyleCnt="0"/>
      <dgm:spPr/>
    </dgm:pt>
    <dgm:pt modelId="{99BDD16E-D50F-445C-9835-46CFF9A6B589}" type="pres">
      <dgm:prSet presAssocID="{04C41098-CD87-480D-A0F5-D8EECBDBABF3}" presName="imgShp" presStyleLbl="fgImgPlac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 with solid fill"/>
        </a:ext>
      </dgm:extLst>
    </dgm:pt>
    <dgm:pt modelId="{13935497-A93F-4943-9D2B-C851BB6905E7}" type="pres">
      <dgm:prSet presAssocID="{04C41098-CD87-480D-A0F5-D8EECBDBABF3}" presName="txShp" presStyleLbl="node1" presStyleIdx="3" presStyleCnt="5">
        <dgm:presLayoutVars>
          <dgm:bulletEnabled val="1"/>
        </dgm:presLayoutVars>
      </dgm:prSet>
      <dgm:spPr/>
    </dgm:pt>
    <dgm:pt modelId="{B58BB4CC-2EE8-4EA4-A9B2-5EBEA182832C}" type="pres">
      <dgm:prSet presAssocID="{155C63CA-FF74-4BA8-A549-23EDCAF324BB}" presName="spacing" presStyleCnt="0"/>
      <dgm:spPr/>
    </dgm:pt>
    <dgm:pt modelId="{7ED030E8-103D-47BE-8B22-F923D324C451}" type="pres">
      <dgm:prSet presAssocID="{F3A4DCF3-1A89-437D-9A05-AA4D8B2C4BC5}" presName="composite" presStyleCnt="0"/>
      <dgm:spPr/>
    </dgm:pt>
    <dgm:pt modelId="{0C65355E-ADF2-41A6-923F-B2B3C48CB2E0}" type="pres">
      <dgm:prSet presAssocID="{F3A4DCF3-1A89-437D-9A05-AA4D8B2C4BC5}" presName="imgShp" presStyleLbl="fgImgPlac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F0535067-1DB3-4BC5-98FF-9D175F3F9632}" type="pres">
      <dgm:prSet presAssocID="{F3A4DCF3-1A89-437D-9A05-AA4D8B2C4BC5}" presName="txShp" presStyleLbl="node1" presStyleIdx="4" presStyleCnt="5">
        <dgm:presLayoutVars>
          <dgm:bulletEnabled val="1"/>
        </dgm:presLayoutVars>
      </dgm:prSet>
      <dgm:spPr/>
    </dgm:pt>
  </dgm:ptLst>
  <dgm:cxnLst>
    <dgm:cxn modelId="{70506704-6C65-4478-BA88-2F224130EC17}" srcId="{FF35C6EE-6E8F-49EE-A5F4-926529661856}" destId="{E4404F11-50B9-4ECC-B675-8A3298AD713B}" srcOrd="0" destOrd="0" parTransId="{BD85349F-4276-4C92-9B4B-66F86110CB0D}" sibTransId="{AD6DC1B7-A4D8-4AC6-B7DA-B34981D2F9CB}"/>
    <dgm:cxn modelId="{2ACFCF19-B712-4865-8219-5854E327A25C}" srcId="{FF35C6EE-6E8F-49EE-A5F4-926529661856}" destId="{F3A4DCF3-1A89-437D-9A05-AA4D8B2C4BC5}" srcOrd="4" destOrd="0" parTransId="{83B57F52-A8C4-446C-8442-9CCE6B224E34}" sibTransId="{C021FD48-F005-48D7-B0F6-35A46F74C6B6}"/>
    <dgm:cxn modelId="{D176CC7D-DE6F-4B5D-BB6A-C298A2B738FB}" type="presOf" srcId="{E4404F11-50B9-4ECC-B675-8A3298AD713B}" destId="{E412CB31-FC72-4BAA-A679-110393CA1256}" srcOrd="0" destOrd="0" presId="urn:microsoft.com/office/officeart/2005/8/layout/vList3"/>
    <dgm:cxn modelId="{DB836E7E-11EF-4049-945E-E23E87892AD7}" srcId="{FF35C6EE-6E8F-49EE-A5F4-926529661856}" destId="{6B9F6535-2545-4B91-BB4B-983C48BAA389}" srcOrd="2" destOrd="0" parTransId="{A771FACD-D2ED-4D41-913B-B6FE13AFEB82}" sibTransId="{CC5DA98C-9303-436A-B165-FC978837B8C0}"/>
    <dgm:cxn modelId="{A9635C84-EB01-4763-B98F-227EF87648CF}" srcId="{FF35C6EE-6E8F-49EE-A5F4-926529661856}" destId="{060FD3B3-0E64-4275-AD3C-E54122EC3C7B}" srcOrd="1" destOrd="0" parTransId="{F246250E-4DF4-4752-ACEF-A0FCBBD9BCCA}" sibTransId="{89B124AC-1F7D-43EF-848C-821B863C4666}"/>
    <dgm:cxn modelId="{B3CB889E-E9CD-4CD8-A1A5-D9FAEDFCB923}" type="presOf" srcId="{060FD3B3-0E64-4275-AD3C-E54122EC3C7B}" destId="{19F7423E-9D20-4664-9D41-574D6161B6AC}" srcOrd="0" destOrd="0" presId="urn:microsoft.com/office/officeart/2005/8/layout/vList3"/>
    <dgm:cxn modelId="{9DB281A1-E4E2-4B50-9CF8-A569F1E381E2}" type="presOf" srcId="{F3A4DCF3-1A89-437D-9A05-AA4D8B2C4BC5}" destId="{F0535067-1DB3-4BC5-98FF-9D175F3F9632}" srcOrd="0" destOrd="0" presId="urn:microsoft.com/office/officeart/2005/8/layout/vList3"/>
    <dgm:cxn modelId="{64D06AA7-E401-4B64-BA21-35B53AC37C0C}" type="presOf" srcId="{04C41098-CD87-480D-A0F5-D8EECBDBABF3}" destId="{13935497-A93F-4943-9D2B-C851BB6905E7}" srcOrd="0" destOrd="0" presId="urn:microsoft.com/office/officeart/2005/8/layout/vList3"/>
    <dgm:cxn modelId="{12BB89C2-9AA4-4BF3-9011-9432C1989B65}" type="presOf" srcId="{FF35C6EE-6E8F-49EE-A5F4-926529661856}" destId="{46624C5D-931E-422C-9D1D-0DF17917A3E1}" srcOrd="0" destOrd="0" presId="urn:microsoft.com/office/officeart/2005/8/layout/vList3"/>
    <dgm:cxn modelId="{9F4109FD-0DE2-494E-A4D0-04FF4404A990}" type="presOf" srcId="{6B9F6535-2545-4B91-BB4B-983C48BAA389}" destId="{F5AFC6CD-56BA-496F-A6EF-F44C478F2B9D}" srcOrd="0" destOrd="0" presId="urn:microsoft.com/office/officeart/2005/8/layout/vList3"/>
    <dgm:cxn modelId="{A1F545FF-CB9F-4910-A0E9-D81F98D93367}" srcId="{FF35C6EE-6E8F-49EE-A5F4-926529661856}" destId="{04C41098-CD87-480D-A0F5-D8EECBDBABF3}" srcOrd="3" destOrd="0" parTransId="{21D5F853-D030-4C70-B813-94A1E0413284}" sibTransId="{155C63CA-FF74-4BA8-A549-23EDCAF324BB}"/>
    <dgm:cxn modelId="{F6605F55-99E9-4731-AB1A-93F19A8B34BA}" type="presParOf" srcId="{46624C5D-931E-422C-9D1D-0DF17917A3E1}" destId="{F0A3A780-299A-4A29-9830-0A85ED6736DA}" srcOrd="0" destOrd="0" presId="urn:microsoft.com/office/officeart/2005/8/layout/vList3"/>
    <dgm:cxn modelId="{9B4FC67F-36E2-41E9-BE0D-A32A5DD75EBB}" type="presParOf" srcId="{F0A3A780-299A-4A29-9830-0A85ED6736DA}" destId="{A19251C3-97E1-4428-8D7F-B733B760B585}" srcOrd="0" destOrd="0" presId="urn:microsoft.com/office/officeart/2005/8/layout/vList3"/>
    <dgm:cxn modelId="{5E8E95B6-B216-4819-B5A9-65DAD7F6B0F5}" type="presParOf" srcId="{F0A3A780-299A-4A29-9830-0A85ED6736DA}" destId="{E412CB31-FC72-4BAA-A679-110393CA1256}" srcOrd="1" destOrd="0" presId="urn:microsoft.com/office/officeart/2005/8/layout/vList3"/>
    <dgm:cxn modelId="{55BD34EC-836E-41B3-B7E2-C1F5E8CAB518}" type="presParOf" srcId="{46624C5D-931E-422C-9D1D-0DF17917A3E1}" destId="{36A47C79-8C18-491C-8EE8-8A3B60D33684}" srcOrd="1" destOrd="0" presId="urn:microsoft.com/office/officeart/2005/8/layout/vList3"/>
    <dgm:cxn modelId="{3BF250E4-36DD-4042-B694-8851C6A8AE7D}" type="presParOf" srcId="{46624C5D-931E-422C-9D1D-0DF17917A3E1}" destId="{4C11FD60-9AC5-4A18-A214-29C737907E91}" srcOrd="2" destOrd="0" presId="urn:microsoft.com/office/officeart/2005/8/layout/vList3"/>
    <dgm:cxn modelId="{8DE6E1BA-1771-4133-9B7D-C0277519616C}" type="presParOf" srcId="{4C11FD60-9AC5-4A18-A214-29C737907E91}" destId="{20646AA6-8317-4ABE-A4CF-4CF408C6E93E}" srcOrd="0" destOrd="0" presId="urn:microsoft.com/office/officeart/2005/8/layout/vList3"/>
    <dgm:cxn modelId="{1962B229-0C95-4FBB-A8C8-EB3505B54957}" type="presParOf" srcId="{4C11FD60-9AC5-4A18-A214-29C737907E91}" destId="{19F7423E-9D20-4664-9D41-574D6161B6AC}" srcOrd="1" destOrd="0" presId="urn:microsoft.com/office/officeart/2005/8/layout/vList3"/>
    <dgm:cxn modelId="{1F78028E-6148-4016-AC57-EDAA1D6F7E71}" type="presParOf" srcId="{46624C5D-931E-422C-9D1D-0DF17917A3E1}" destId="{219A6CB0-0E2E-484A-A9FE-FEFF402FA058}" srcOrd="3" destOrd="0" presId="urn:microsoft.com/office/officeart/2005/8/layout/vList3"/>
    <dgm:cxn modelId="{67DE493B-034D-47E2-8EEB-7227BF83C33B}" type="presParOf" srcId="{46624C5D-931E-422C-9D1D-0DF17917A3E1}" destId="{339A9C26-47EE-41DE-A8F6-9BCAF7063C7B}" srcOrd="4" destOrd="0" presId="urn:microsoft.com/office/officeart/2005/8/layout/vList3"/>
    <dgm:cxn modelId="{7E1D97CD-AF9D-463C-A9A6-7F59D8F84325}" type="presParOf" srcId="{339A9C26-47EE-41DE-A8F6-9BCAF7063C7B}" destId="{306B982B-FBBB-4236-AC22-D8D3FC496FF6}" srcOrd="0" destOrd="0" presId="urn:microsoft.com/office/officeart/2005/8/layout/vList3"/>
    <dgm:cxn modelId="{E196C2EA-2F4C-4815-A956-0040FAD3FE20}" type="presParOf" srcId="{339A9C26-47EE-41DE-A8F6-9BCAF7063C7B}" destId="{F5AFC6CD-56BA-496F-A6EF-F44C478F2B9D}" srcOrd="1" destOrd="0" presId="urn:microsoft.com/office/officeart/2005/8/layout/vList3"/>
    <dgm:cxn modelId="{169B03B4-7312-479C-B50A-622E7C7E18EA}" type="presParOf" srcId="{46624C5D-931E-422C-9D1D-0DF17917A3E1}" destId="{297E21A1-5AA0-42A5-A50F-BC59D1E11B4D}" srcOrd="5" destOrd="0" presId="urn:microsoft.com/office/officeart/2005/8/layout/vList3"/>
    <dgm:cxn modelId="{AF404268-ABC7-435B-A9BB-7A4A8E381279}" type="presParOf" srcId="{46624C5D-931E-422C-9D1D-0DF17917A3E1}" destId="{EA8D01AB-D151-4086-8554-AC9E32C86B55}" srcOrd="6" destOrd="0" presId="urn:microsoft.com/office/officeart/2005/8/layout/vList3"/>
    <dgm:cxn modelId="{59FC165D-BD4E-43B2-B0EB-51AA2F0FE7E5}" type="presParOf" srcId="{EA8D01AB-D151-4086-8554-AC9E32C86B55}" destId="{99BDD16E-D50F-445C-9835-46CFF9A6B589}" srcOrd="0" destOrd="0" presId="urn:microsoft.com/office/officeart/2005/8/layout/vList3"/>
    <dgm:cxn modelId="{B1A91D2A-4466-4855-910F-59C0EE3D2AA2}" type="presParOf" srcId="{EA8D01AB-D151-4086-8554-AC9E32C86B55}" destId="{13935497-A93F-4943-9D2B-C851BB6905E7}" srcOrd="1" destOrd="0" presId="urn:microsoft.com/office/officeart/2005/8/layout/vList3"/>
    <dgm:cxn modelId="{46C8E304-B9C7-434E-ACA7-A1907E1604F5}" type="presParOf" srcId="{46624C5D-931E-422C-9D1D-0DF17917A3E1}" destId="{B58BB4CC-2EE8-4EA4-A9B2-5EBEA182832C}" srcOrd="7" destOrd="0" presId="urn:microsoft.com/office/officeart/2005/8/layout/vList3"/>
    <dgm:cxn modelId="{99E8BA60-E716-47C4-952A-18AAABD6E21F}" type="presParOf" srcId="{46624C5D-931E-422C-9D1D-0DF17917A3E1}" destId="{7ED030E8-103D-47BE-8B22-F923D324C451}" srcOrd="8" destOrd="0" presId="urn:microsoft.com/office/officeart/2005/8/layout/vList3"/>
    <dgm:cxn modelId="{11C5143E-48E9-4CAC-91B6-1F65EFB44EFF}" type="presParOf" srcId="{7ED030E8-103D-47BE-8B22-F923D324C451}" destId="{0C65355E-ADF2-41A6-923F-B2B3C48CB2E0}" srcOrd="0" destOrd="0" presId="urn:microsoft.com/office/officeart/2005/8/layout/vList3"/>
    <dgm:cxn modelId="{327CE65F-3C6B-402C-8C8B-5BD8282D8AF5}" type="presParOf" srcId="{7ED030E8-103D-47BE-8B22-F923D324C451}" destId="{F0535067-1DB3-4BC5-98FF-9D175F3F963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B5CA2F8-EC1D-4321-86C3-BE98BA9EA16A}" type="doc">
      <dgm:prSet loTypeId="urn:microsoft.com/office/officeart/2005/8/layout/lProcess3" loCatId="process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IN"/>
        </a:p>
      </dgm:t>
    </dgm:pt>
    <dgm:pt modelId="{47224689-947B-4186-AA76-211140E5458F}">
      <dgm:prSet/>
      <dgm:spPr/>
      <dgm:t>
        <a:bodyPr/>
        <a:lstStyle/>
        <a:p>
          <a:r>
            <a:rPr lang="en-IN" b="1"/>
            <a:t>Testing Data</a:t>
          </a:r>
          <a:br>
            <a:rPr lang="en-IN"/>
          </a:br>
          <a:r>
            <a:rPr lang="en-IN"/>
            <a:t> Used unseen data to evaluate model performance.</a:t>
          </a:r>
        </a:p>
      </dgm:t>
    </dgm:pt>
    <dgm:pt modelId="{70269698-8AFC-4718-934A-5029C532C10E}" type="parTrans" cxnId="{97B56A70-C7EC-46E9-9F37-577C6C68AA8C}">
      <dgm:prSet/>
      <dgm:spPr/>
      <dgm:t>
        <a:bodyPr/>
        <a:lstStyle/>
        <a:p>
          <a:endParaRPr lang="en-IN"/>
        </a:p>
      </dgm:t>
    </dgm:pt>
    <dgm:pt modelId="{F908C1C5-1E47-453C-83A3-AD3BF86042FF}" type="sibTrans" cxnId="{97B56A70-C7EC-46E9-9F37-577C6C68AA8C}">
      <dgm:prSet/>
      <dgm:spPr/>
      <dgm:t>
        <a:bodyPr/>
        <a:lstStyle/>
        <a:p>
          <a:endParaRPr lang="en-IN"/>
        </a:p>
      </dgm:t>
    </dgm:pt>
    <dgm:pt modelId="{EBDEBB96-5276-4860-BFA8-77F4DBC01365}">
      <dgm:prSet/>
      <dgm:spPr/>
      <dgm:t>
        <a:bodyPr/>
        <a:lstStyle/>
        <a:p>
          <a:r>
            <a:rPr lang="en-IN" b="1"/>
            <a:t>Generate Predictions</a:t>
          </a:r>
          <a:br>
            <a:rPr lang="en-IN"/>
          </a:br>
          <a:r>
            <a:rPr lang="en-IN"/>
            <a:t> Model predicts manufacturing output values.</a:t>
          </a:r>
        </a:p>
      </dgm:t>
    </dgm:pt>
    <dgm:pt modelId="{76F6685D-69D9-47C8-A6D5-3B8DDEB95938}" type="parTrans" cxnId="{94728EBA-9E10-4F7D-AFE6-C4BCB9A5E536}">
      <dgm:prSet/>
      <dgm:spPr/>
      <dgm:t>
        <a:bodyPr/>
        <a:lstStyle/>
        <a:p>
          <a:endParaRPr lang="en-IN"/>
        </a:p>
      </dgm:t>
    </dgm:pt>
    <dgm:pt modelId="{7A1320F3-7598-4AF9-A9D6-191F7E0C1E03}" type="sibTrans" cxnId="{94728EBA-9E10-4F7D-AFE6-C4BCB9A5E536}">
      <dgm:prSet/>
      <dgm:spPr/>
      <dgm:t>
        <a:bodyPr/>
        <a:lstStyle/>
        <a:p>
          <a:endParaRPr lang="en-IN"/>
        </a:p>
      </dgm:t>
    </dgm:pt>
    <dgm:pt modelId="{9A72380F-65B0-43B1-8F60-BC093C62E403}">
      <dgm:prSet/>
      <dgm:spPr/>
      <dgm:t>
        <a:bodyPr/>
        <a:lstStyle/>
        <a:p>
          <a:r>
            <a:rPr lang="en-IN" b="1"/>
            <a:t>Compare with Actual Output</a:t>
          </a:r>
          <a:br>
            <a:rPr lang="en-IN"/>
          </a:br>
          <a:r>
            <a:rPr lang="en-IN"/>
            <a:t>Predicted values are compared with real values.</a:t>
          </a:r>
        </a:p>
      </dgm:t>
    </dgm:pt>
    <dgm:pt modelId="{64133D1F-131E-4ECF-9077-F1241FC90EEA}" type="parTrans" cxnId="{B693C822-36D8-4ED0-8AAF-5AAA35466AC6}">
      <dgm:prSet/>
      <dgm:spPr/>
      <dgm:t>
        <a:bodyPr/>
        <a:lstStyle/>
        <a:p>
          <a:endParaRPr lang="en-IN"/>
        </a:p>
      </dgm:t>
    </dgm:pt>
    <dgm:pt modelId="{0C454A88-7D30-4976-8B37-8EEAD9349B39}" type="sibTrans" cxnId="{B693C822-36D8-4ED0-8AAF-5AAA35466AC6}">
      <dgm:prSet/>
      <dgm:spPr/>
      <dgm:t>
        <a:bodyPr/>
        <a:lstStyle/>
        <a:p>
          <a:endParaRPr lang="en-IN"/>
        </a:p>
      </dgm:t>
    </dgm:pt>
    <dgm:pt modelId="{0A4EC660-094C-453D-8DBA-831E5ECA151A}">
      <dgm:prSet/>
      <dgm:spPr/>
      <dgm:t>
        <a:bodyPr/>
        <a:lstStyle/>
        <a:p>
          <a:r>
            <a:rPr lang="en-IN" b="1"/>
            <a:t>Calculate Metrics (MAE, MSE, R²)</a:t>
          </a:r>
          <a:br>
            <a:rPr lang="en-IN"/>
          </a:br>
          <a:r>
            <a:rPr lang="en-IN"/>
            <a:t> Quantifies prediction accuracy and model quality.</a:t>
          </a:r>
        </a:p>
      </dgm:t>
    </dgm:pt>
    <dgm:pt modelId="{3FD9973D-6F81-4691-AC40-D99264AB4F6B}" type="parTrans" cxnId="{56FFF2C0-D57B-4714-87D3-BE31C1F26E40}">
      <dgm:prSet/>
      <dgm:spPr/>
      <dgm:t>
        <a:bodyPr/>
        <a:lstStyle/>
        <a:p>
          <a:endParaRPr lang="en-IN"/>
        </a:p>
      </dgm:t>
    </dgm:pt>
    <dgm:pt modelId="{A5708ECD-3403-4D03-B816-13256DA58C6A}" type="sibTrans" cxnId="{56FFF2C0-D57B-4714-87D3-BE31C1F26E40}">
      <dgm:prSet/>
      <dgm:spPr/>
      <dgm:t>
        <a:bodyPr/>
        <a:lstStyle/>
        <a:p>
          <a:endParaRPr lang="en-IN"/>
        </a:p>
      </dgm:t>
    </dgm:pt>
    <dgm:pt modelId="{2FD65EC2-43C4-47C8-AF82-84815218A03F}">
      <dgm:prSet/>
      <dgm:spPr/>
      <dgm:t>
        <a:bodyPr/>
        <a:lstStyle/>
        <a:p>
          <a:r>
            <a:rPr lang="en-IN" b="1"/>
            <a:t>Performance Assessment</a:t>
          </a:r>
          <a:br>
            <a:rPr lang="en-IN"/>
          </a:br>
          <a:r>
            <a:rPr lang="en-IN"/>
            <a:t>Confirms model reliability and effectiveness.</a:t>
          </a:r>
        </a:p>
      </dgm:t>
    </dgm:pt>
    <dgm:pt modelId="{13941AEC-FC1F-4B45-9F6B-AA997B4333C0}" type="parTrans" cxnId="{36A10EFF-CAE5-480B-8E16-5F0AB72341A8}">
      <dgm:prSet/>
      <dgm:spPr/>
      <dgm:t>
        <a:bodyPr/>
        <a:lstStyle/>
        <a:p>
          <a:endParaRPr lang="en-IN"/>
        </a:p>
      </dgm:t>
    </dgm:pt>
    <dgm:pt modelId="{BD15232B-A693-46AD-ACE1-DDC2724B8D2F}" type="sibTrans" cxnId="{36A10EFF-CAE5-480B-8E16-5F0AB72341A8}">
      <dgm:prSet/>
      <dgm:spPr/>
      <dgm:t>
        <a:bodyPr/>
        <a:lstStyle/>
        <a:p>
          <a:endParaRPr lang="en-IN"/>
        </a:p>
      </dgm:t>
    </dgm:pt>
    <dgm:pt modelId="{CEB3617A-A512-4C8A-9BEA-958A3EB398F2}" type="pres">
      <dgm:prSet presAssocID="{3B5CA2F8-EC1D-4321-86C3-BE98BA9EA16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3BA890A-5F5F-48A1-9127-F8BD536A7D23}" type="pres">
      <dgm:prSet presAssocID="{47224689-947B-4186-AA76-211140E5458F}" presName="horFlow" presStyleCnt="0"/>
      <dgm:spPr/>
    </dgm:pt>
    <dgm:pt modelId="{5F4D9EE6-932D-49C1-AC57-BC15FFCFBB8D}" type="pres">
      <dgm:prSet presAssocID="{47224689-947B-4186-AA76-211140E5458F}" presName="bigChev" presStyleLbl="node1" presStyleIdx="0" presStyleCnt="5"/>
      <dgm:spPr/>
    </dgm:pt>
    <dgm:pt modelId="{B033784D-4D7B-406B-8F1D-EE23B36F2A3C}" type="pres">
      <dgm:prSet presAssocID="{47224689-947B-4186-AA76-211140E5458F}" presName="vSp" presStyleCnt="0"/>
      <dgm:spPr/>
    </dgm:pt>
    <dgm:pt modelId="{A5B52672-BBA2-4874-A185-7B6D777458DD}" type="pres">
      <dgm:prSet presAssocID="{EBDEBB96-5276-4860-BFA8-77F4DBC01365}" presName="horFlow" presStyleCnt="0"/>
      <dgm:spPr/>
    </dgm:pt>
    <dgm:pt modelId="{17B5BBF4-C42A-4E33-BB2D-EAE2E40848C8}" type="pres">
      <dgm:prSet presAssocID="{EBDEBB96-5276-4860-BFA8-77F4DBC01365}" presName="bigChev" presStyleLbl="node1" presStyleIdx="1" presStyleCnt="5"/>
      <dgm:spPr/>
    </dgm:pt>
    <dgm:pt modelId="{D32C7D87-1833-46C7-9D11-FEA78147AA4F}" type="pres">
      <dgm:prSet presAssocID="{EBDEBB96-5276-4860-BFA8-77F4DBC01365}" presName="vSp" presStyleCnt="0"/>
      <dgm:spPr/>
    </dgm:pt>
    <dgm:pt modelId="{88D8D3EC-EAA3-4072-BD7E-1D4F0026111C}" type="pres">
      <dgm:prSet presAssocID="{9A72380F-65B0-43B1-8F60-BC093C62E403}" presName="horFlow" presStyleCnt="0"/>
      <dgm:spPr/>
    </dgm:pt>
    <dgm:pt modelId="{F7CFFBC5-5A00-4C19-88A8-8417EA2E250C}" type="pres">
      <dgm:prSet presAssocID="{9A72380F-65B0-43B1-8F60-BC093C62E403}" presName="bigChev" presStyleLbl="node1" presStyleIdx="2" presStyleCnt="5"/>
      <dgm:spPr/>
    </dgm:pt>
    <dgm:pt modelId="{FCE95946-B39D-4A3F-A3CB-5669D4A8E162}" type="pres">
      <dgm:prSet presAssocID="{9A72380F-65B0-43B1-8F60-BC093C62E403}" presName="vSp" presStyleCnt="0"/>
      <dgm:spPr/>
    </dgm:pt>
    <dgm:pt modelId="{7BEA50E1-A5C6-4E00-898A-250F65B86BB0}" type="pres">
      <dgm:prSet presAssocID="{0A4EC660-094C-453D-8DBA-831E5ECA151A}" presName="horFlow" presStyleCnt="0"/>
      <dgm:spPr/>
    </dgm:pt>
    <dgm:pt modelId="{E871EF9F-91D4-4D33-9060-23E0FA9A3402}" type="pres">
      <dgm:prSet presAssocID="{0A4EC660-094C-453D-8DBA-831E5ECA151A}" presName="bigChev" presStyleLbl="node1" presStyleIdx="3" presStyleCnt="5"/>
      <dgm:spPr/>
    </dgm:pt>
    <dgm:pt modelId="{91DF0EFF-A610-4E32-A648-4584D73F1974}" type="pres">
      <dgm:prSet presAssocID="{0A4EC660-094C-453D-8DBA-831E5ECA151A}" presName="vSp" presStyleCnt="0"/>
      <dgm:spPr/>
    </dgm:pt>
    <dgm:pt modelId="{50CCCB41-C787-4343-AAC7-FD18144D3E10}" type="pres">
      <dgm:prSet presAssocID="{2FD65EC2-43C4-47C8-AF82-84815218A03F}" presName="horFlow" presStyleCnt="0"/>
      <dgm:spPr/>
    </dgm:pt>
    <dgm:pt modelId="{B7C0C82D-B7D9-4126-B14C-E67508DAE636}" type="pres">
      <dgm:prSet presAssocID="{2FD65EC2-43C4-47C8-AF82-84815218A03F}" presName="bigChev" presStyleLbl="node1" presStyleIdx="4" presStyleCnt="5"/>
      <dgm:spPr/>
    </dgm:pt>
  </dgm:ptLst>
  <dgm:cxnLst>
    <dgm:cxn modelId="{B693C822-36D8-4ED0-8AAF-5AAA35466AC6}" srcId="{3B5CA2F8-EC1D-4321-86C3-BE98BA9EA16A}" destId="{9A72380F-65B0-43B1-8F60-BC093C62E403}" srcOrd="2" destOrd="0" parTransId="{64133D1F-131E-4ECF-9077-F1241FC90EEA}" sibTransId="{0C454A88-7D30-4976-8B37-8EEAD9349B39}"/>
    <dgm:cxn modelId="{7224DC2E-CCFB-4BCB-B4C2-549BC155032F}" type="presOf" srcId="{9A72380F-65B0-43B1-8F60-BC093C62E403}" destId="{F7CFFBC5-5A00-4C19-88A8-8417EA2E250C}" srcOrd="0" destOrd="0" presId="urn:microsoft.com/office/officeart/2005/8/layout/lProcess3"/>
    <dgm:cxn modelId="{82DFA641-1CF3-47E1-9915-8B4AA3A611CE}" type="presOf" srcId="{3B5CA2F8-EC1D-4321-86C3-BE98BA9EA16A}" destId="{CEB3617A-A512-4C8A-9BEA-958A3EB398F2}" srcOrd="0" destOrd="0" presId="urn:microsoft.com/office/officeart/2005/8/layout/lProcess3"/>
    <dgm:cxn modelId="{A0F67A45-D990-4809-8D27-95306F6957F6}" type="presOf" srcId="{2FD65EC2-43C4-47C8-AF82-84815218A03F}" destId="{B7C0C82D-B7D9-4126-B14C-E67508DAE636}" srcOrd="0" destOrd="0" presId="urn:microsoft.com/office/officeart/2005/8/layout/lProcess3"/>
    <dgm:cxn modelId="{9582584A-0557-4992-BDFE-8A010F519554}" type="presOf" srcId="{EBDEBB96-5276-4860-BFA8-77F4DBC01365}" destId="{17B5BBF4-C42A-4E33-BB2D-EAE2E40848C8}" srcOrd="0" destOrd="0" presId="urn:microsoft.com/office/officeart/2005/8/layout/lProcess3"/>
    <dgm:cxn modelId="{97B56A70-C7EC-46E9-9F37-577C6C68AA8C}" srcId="{3B5CA2F8-EC1D-4321-86C3-BE98BA9EA16A}" destId="{47224689-947B-4186-AA76-211140E5458F}" srcOrd="0" destOrd="0" parTransId="{70269698-8AFC-4718-934A-5029C532C10E}" sibTransId="{F908C1C5-1E47-453C-83A3-AD3BF86042FF}"/>
    <dgm:cxn modelId="{D403D09A-B7AA-473E-B5FE-944B32A25556}" type="presOf" srcId="{0A4EC660-094C-453D-8DBA-831E5ECA151A}" destId="{E871EF9F-91D4-4D33-9060-23E0FA9A3402}" srcOrd="0" destOrd="0" presId="urn:microsoft.com/office/officeart/2005/8/layout/lProcess3"/>
    <dgm:cxn modelId="{94728EBA-9E10-4F7D-AFE6-C4BCB9A5E536}" srcId="{3B5CA2F8-EC1D-4321-86C3-BE98BA9EA16A}" destId="{EBDEBB96-5276-4860-BFA8-77F4DBC01365}" srcOrd="1" destOrd="0" parTransId="{76F6685D-69D9-47C8-A6D5-3B8DDEB95938}" sibTransId="{7A1320F3-7598-4AF9-A9D6-191F7E0C1E03}"/>
    <dgm:cxn modelId="{56FFF2C0-D57B-4714-87D3-BE31C1F26E40}" srcId="{3B5CA2F8-EC1D-4321-86C3-BE98BA9EA16A}" destId="{0A4EC660-094C-453D-8DBA-831E5ECA151A}" srcOrd="3" destOrd="0" parTransId="{3FD9973D-6F81-4691-AC40-D99264AB4F6B}" sibTransId="{A5708ECD-3403-4D03-B816-13256DA58C6A}"/>
    <dgm:cxn modelId="{5F5DE9E1-9066-48DA-9478-5CE69E592470}" type="presOf" srcId="{47224689-947B-4186-AA76-211140E5458F}" destId="{5F4D9EE6-932D-49C1-AC57-BC15FFCFBB8D}" srcOrd="0" destOrd="0" presId="urn:microsoft.com/office/officeart/2005/8/layout/lProcess3"/>
    <dgm:cxn modelId="{36A10EFF-CAE5-480B-8E16-5F0AB72341A8}" srcId="{3B5CA2F8-EC1D-4321-86C3-BE98BA9EA16A}" destId="{2FD65EC2-43C4-47C8-AF82-84815218A03F}" srcOrd="4" destOrd="0" parTransId="{13941AEC-FC1F-4B45-9F6B-AA997B4333C0}" sibTransId="{BD15232B-A693-46AD-ACE1-DDC2724B8D2F}"/>
    <dgm:cxn modelId="{4B99C543-B8BB-43E9-ADF8-A38E5195CB62}" type="presParOf" srcId="{CEB3617A-A512-4C8A-9BEA-958A3EB398F2}" destId="{23BA890A-5F5F-48A1-9127-F8BD536A7D23}" srcOrd="0" destOrd="0" presId="urn:microsoft.com/office/officeart/2005/8/layout/lProcess3"/>
    <dgm:cxn modelId="{1549F8EF-CDA6-46F4-99FC-E7C27DACD4E1}" type="presParOf" srcId="{23BA890A-5F5F-48A1-9127-F8BD536A7D23}" destId="{5F4D9EE6-932D-49C1-AC57-BC15FFCFBB8D}" srcOrd="0" destOrd="0" presId="urn:microsoft.com/office/officeart/2005/8/layout/lProcess3"/>
    <dgm:cxn modelId="{A226FA68-0BB4-45F0-809D-E0CE3206962F}" type="presParOf" srcId="{CEB3617A-A512-4C8A-9BEA-958A3EB398F2}" destId="{B033784D-4D7B-406B-8F1D-EE23B36F2A3C}" srcOrd="1" destOrd="0" presId="urn:microsoft.com/office/officeart/2005/8/layout/lProcess3"/>
    <dgm:cxn modelId="{DD06EF7B-5E62-4B19-AE2E-0502A676AE88}" type="presParOf" srcId="{CEB3617A-A512-4C8A-9BEA-958A3EB398F2}" destId="{A5B52672-BBA2-4874-A185-7B6D777458DD}" srcOrd="2" destOrd="0" presId="urn:microsoft.com/office/officeart/2005/8/layout/lProcess3"/>
    <dgm:cxn modelId="{409335DC-8DC0-4098-ACA5-A58E0A2EE148}" type="presParOf" srcId="{A5B52672-BBA2-4874-A185-7B6D777458DD}" destId="{17B5BBF4-C42A-4E33-BB2D-EAE2E40848C8}" srcOrd="0" destOrd="0" presId="urn:microsoft.com/office/officeart/2005/8/layout/lProcess3"/>
    <dgm:cxn modelId="{2221FD6B-D266-4B50-8164-EC481F16F7B6}" type="presParOf" srcId="{CEB3617A-A512-4C8A-9BEA-958A3EB398F2}" destId="{D32C7D87-1833-46C7-9D11-FEA78147AA4F}" srcOrd="3" destOrd="0" presId="urn:microsoft.com/office/officeart/2005/8/layout/lProcess3"/>
    <dgm:cxn modelId="{9A6A0DA5-02DF-45DD-8642-3499E9236490}" type="presParOf" srcId="{CEB3617A-A512-4C8A-9BEA-958A3EB398F2}" destId="{88D8D3EC-EAA3-4072-BD7E-1D4F0026111C}" srcOrd="4" destOrd="0" presId="urn:microsoft.com/office/officeart/2005/8/layout/lProcess3"/>
    <dgm:cxn modelId="{F0222754-4FF6-4FC3-939A-BD37BB0F9CB6}" type="presParOf" srcId="{88D8D3EC-EAA3-4072-BD7E-1D4F0026111C}" destId="{F7CFFBC5-5A00-4C19-88A8-8417EA2E250C}" srcOrd="0" destOrd="0" presId="urn:microsoft.com/office/officeart/2005/8/layout/lProcess3"/>
    <dgm:cxn modelId="{68B94EE0-FDA8-4E23-BE4C-76221C2488A4}" type="presParOf" srcId="{CEB3617A-A512-4C8A-9BEA-958A3EB398F2}" destId="{FCE95946-B39D-4A3F-A3CB-5669D4A8E162}" srcOrd="5" destOrd="0" presId="urn:microsoft.com/office/officeart/2005/8/layout/lProcess3"/>
    <dgm:cxn modelId="{9C53B8B0-B8B7-4725-917B-6D2230CE5B0D}" type="presParOf" srcId="{CEB3617A-A512-4C8A-9BEA-958A3EB398F2}" destId="{7BEA50E1-A5C6-4E00-898A-250F65B86BB0}" srcOrd="6" destOrd="0" presId="urn:microsoft.com/office/officeart/2005/8/layout/lProcess3"/>
    <dgm:cxn modelId="{56A088C3-11E2-4E36-A494-CB27FD7E12BB}" type="presParOf" srcId="{7BEA50E1-A5C6-4E00-898A-250F65B86BB0}" destId="{E871EF9F-91D4-4D33-9060-23E0FA9A3402}" srcOrd="0" destOrd="0" presId="urn:microsoft.com/office/officeart/2005/8/layout/lProcess3"/>
    <dgm:cxn modelId="{1E8B64F2-D813-473F-85A0-A16D88D084DD}" type="presParOf" srcId="{CEB3617A-A512-4C8A-9BEA-958A3EB398F2}" destId="{91DF0EFF-A610-4E32-A648-4584D73F1974}" srcOrd="7" destOrd="0" presId="urn:microsoft.com/office/officeart/2005/8/layout/lProcess3"/>
    <dgm:cxn modelId="{1AF31A05-499A-41F0-B3EC-391060EEC1F3}" type="presParOf" srcId="{CEB3617A-A512-4C8A-9BEA-958A3EB398F2}" destId="{50CCCB41-C787-4343-AAC7-FD18144D3E10}" srcOrd="8" destOrd="0" presId="urn:microsoft.com/office/officeart/2005/8/layout/lProcess3"/>
    <dgm:cxn modelId="{96319D09-4AF4-4114-8383-528B077084F9}" type="presParOf" srcId="{50CCCB41-C787-4343-AAC7-FD18144D3E10}" destId="{B7C0C82D-B7D9-4126-B14C-E67508DAE636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6F57265-D16F-47FF-8605-B5A84A8FD0C3}" type="doc">
      <dgm:prSet loTypeId="urn:microsoft.com/office/officeart/2005/8/layout/vList2" loCatId="list" qsTypeId="urn:microsoft.com/office/officeart/2005/8/quickstyle/simple4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746AD802-E006-4F09-BEC5-6B8063FC3DDE}">
      <dgm:prSet/>
      <dgm:spPr/>
      <dgm:t>
        <a:bodyPr/>
        <a:lstStyle/>
        <a:p>
          <a:r>
            <a:rPr lang="en-IN"/>
            <a:t>Deployed the trained Linear Regression model using </a:t>
          </a:r>
          <a:r>
            <a:rPr lang="en-IN" b="1"/>
            <a:t>FastAPI</a:t>
          </a:r>
          <a:r>
            <a:rPr lang="en-IN"/>
            <a:t>. </a:t>
          </a:r>
        </a:p>
      </dgm:t>
    </dgm:pt>
    <dgm:pt modelId="{65AF4A36-42BA-4D0C-BA35-6672F68E04DC}" type="parTrans" cxnId="{61613BD5-043D-4044-BF96-41A36B930744}">
      <dgm:prSet/>
      <dgm:spPr/>
      <dgm:t>
        <a:bodyPr/>
        <a:lstStyle/>
        <a:p>
          <a:endParaRPr lang="en-IN"/>
        </a:p>
      </dgm:t>
    </dgm:pt>
    <dgm:pt modelId="{F10AA75B-312F-4A18-B2AB-18CBD48730A5}" type="sibTrans" cxnId="{61613BD5-043D-4044-BF96-41A36B930744}">
      <dgm:prSet/>
      <dgm:spPr/>
      <dgm:t>
        <a:bodyPr/>
        <a:lstStyle/>
        <a:p>
          <a:endParaRPr lang="en-IN"/>
        </a:p>
      </dgm:t>
    </dgm:pt>
    <dgm:pt modelId="{012D3FEC-0E58-43F2-BC20-1F4B93FC988D}">
      <dgm:prSet/>
      <dgm:spPr/>
      <dgm:t>
        <a:bodyPr/>
        <a:lstStyle/>
        <a:p>
          <a:r>
            <a:rPr lang="en-IN"/>
            <a:t>Created REST API endpoints for real-time predictions. </a:t>
          </a:r>
          <a:r>
            <a:rPr lang="en-IN" b="1"/>
            <a:t>GET (/)</a:t>
          </a:r>
          <a:r>
            <a:rPr lang="en-IN"/>
            <a:t> endpoint verifies API availability.</a:t>
          </a:r>
        </a:p>
      </dgm:t>
    </dgm:pt>
    <dgm:pt modelId="{9C92FA5A-E565-4ECA-A55A-A833BB074BB4}" type="parTrans" cxnId="{3AC8776B-9B0B-4134-B498-E93448A1FCCA}">
      <dgm:prSet/>
      <dgm:spPr/>
      <dgm:t>
        <a:bodyPr/>
        <a:lstStyle/>
        <a:p>
          <a:endParaRPr lang="en-IN"/>
        </a:p>
      </dgm:t>
    </dgm:pt>
    <dgm:pt modelId="{D24163AD-D490-4CBF-A906-39A873164732}" type="sibTrans" cxnId="{3AC8776B-9B0B-4134-B498-E93448A1FCCA}">
      <dgm:prSet/>
      <dgm:spPr/>
      <dgm:t>
        <a:bodyPr/>
        <a:lstStyle/>
        <a:p>
          <a:endParaRPr lang="en-IN"/>
        </a:p>
      </dgm:t>
    </dgm:pt>
    <dgm:pt modelId="{9327C479-CAE9-4376-B12B-8846A557BC43}">
      <dgm:prSet/>
      <dgm:spPr/>
      <dgm:t>
        <a:bodyPr/>
        <a:lstStyle/>
        <a:p>
          <a:r>
            <a:rPr lang="en-IN" b="1"/>
            <a:t>POST (/predict)</a:t>
          </a:r>
          <a:r>
            <a:rPr lang="en-IN"/>
            <a:t> endpoint receives manufacturing parameters and returns predicted output.</a:t>
          </a:r>
        </a:p>
      </dgm:t>
    </dgm:pt>
    <dgm:pt modelId="{F70F0389-2923-4DB7-B01B-D100A70B3787}" type="parTrans" cxnId="{AB4806BC-BD16-4282-8058-C27BD8FFA228}">
      <dgm:prSet/>
      <dgm:spPr/>
      <dgm:t>
        <a:bodyPr/>
        <a:lstStyle/>
        <a:p>
          <a:endParaRPr lang="en-IN"/>
        </a:p>
      </dgm:t>
    </dgm:pt>
    <dgm:pt modelId="{BBA247A4-F305-499B-BA90-FA38FE6208F7}" type="sibTrans" cxnId="{AB4806BC-BD16-4282-8058-C27BD8FFA228}">
      <dgm:prSet/>
      <dgm:spPr/>
      <dgm:t>
        <a:bodyPr/>
        <a:lstStyle/>
        <a:p>
          <a:endParaRPr lang="en-IN"/>
        </a:p>
      </dgm:t>
    </dgm:pt>
    <dgm:pt modelId="{989C89F1-132A-4935-955B-82F6B9A675F2}">
      <dgm:prSet/>
      <dgm:spPr/>
      <dgm:t>
        <a:bodyPr/>
        <a:lstStyle/>
        <a:p>
          <a:r>
            <a:rPr lang="en-IN" dirty="0"/>
            <a:t>Containerized the application using </a:t>
          </a:r>
          <a:r>
            <a:rPr lang="en-IN" b="1" dirty="0"/>
            <a:t>Docker</a:t>
          </a:r>
          <a:r>
            <a:rPr lang="en-IN" dirty="0"/>
            <a:t>. </a:t>
          </a:r>
        </a:p>
      </dgm:t>
    </dgm:pt>
    <dgm:pt modelId="{218861A5-EFDC-4CD6-91DF-9197A9A9B8E0}" type="parTrans" cxnId="{8D111443-C261-435F-A093-EBA2334A01F4}">
      <dgm:prSet/>
      <dgm:spPr/>
      <dgm:t>
        <a:bodyPr/>
        <a:lstStyle/>
        <a:p>
          <a:endParaRPr lang="en-IN"/>
        </a:p>
      </dgm:t>
    </dgm:pt>
    <dgm:pt modelId="{713656DB-62CC-4F07-ABC6-ED28661ABF1E}" type="sibTrans" cxnId="{8D111443-C261-435F-A093-EBA2334A01F4}">
      <dgm:prSet/>
      <dgm:spPr/>
      <dgm:t>
        <a:bodyPr/>
        <a:lstStyle/>
        <a:p>
          <a:endParaRPr lang="en-IN"/>
        </a:p>
      </dgm:t>
    </dgm:pt>
    <dgm:pt modelId="{22632819-96A4-4AA5-AA51-C06CBD98F2D4}" type="pres">
      <dgm:prSet presAssocID="{36F57265-D16F-47FF-8605-B5A84A8FD0C3}" presName="linear" presStyleCnt="0">
        <dgm:presLayoutVars>
          <dgm:animLvl val="lvl"/>
          <dgm:resizeHandles val="exact"/>
        </dgm:presLayoutVars>
      </dgm:prSet>
      <dgm:spPr/>
    </dgm:pt>
    <dgm:pt modelId="{653C0CCB-4A53-44B8-931F-CD21B33A544E}" type="pres">
      <dgm:prSet presAssocID="{746AD802-E006-4F09-BEC5-6B8063FC3DD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38954C-B7ED-4B75-B2DD-25A7E783BDCA}" type="pres">
      <dgm:prSet presAssocID="{F10AA75B-312F-4A18-B2AB-18CBD48730A5}" presName="spacer" presStyleCnt="0"/>
      <dgm:spPr/>
    </dgm:pt>
    <dgm:pt modelId="{733FCCE5-AFCE-46C2-A43D-2CCE512325CA}" type="pres">
      <dgm:prSet presAssocID="{012D3FEC-0E58-43F2-BC20-1F4B93FC98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840C50-CBD2-45CC-878B-8D5E6F4CC553}" type="pres">
      <dgm:prSet presAssocID="{D24163AD-D490-4CBF-A906-39A873164732}" presName="spacer" presStyleCnt="0"/>
      <dgm:spPr/>
    </dgm:pt>
    <dgm:pt modelId="{98A20FDE-60D4-48A7-963F-AC2F1C5E0EBD}" type="pres">
      <dgm:prSet presAssocID="{9327C479-CAE9-4376-B12B-8846A557BC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088C1B9-55FE-4AA2-AFB7-905B72ABB219}" type="pres">
      <dgm:prSet presAssocID="{BBA247A4-F305-499B-BA90-FA38FE6208F7}" presName="spacer" presStyleCnt="0"/>
      <dgm:spPr/>
    </dgm:pt>
    <dgm:pt modelId="{4A0FB46D-E04F-4831-B0D6-C2387589C59D}" type="pres">
      <dgm:prSet presAssocID="{989C89F1-132A-4935-955B-82F6B9A675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948F1D-A282-418C-AEAB-6418750EDD98}" type="presOf" srcId="{989C89F1-132A-4935-955B-82F6B9A675F2}" destId="{4A0FB46D-E04F-4831-B0D6-C2387589C59D}" srcOrd="0" destOrd="0" presId="urn:microsoft.com/office/officeart/2005/8/layout/vList2"/>
    <dgm:cxn modelId="{E4420824-D0C2-4A4E-AF0E-8A9E3E4CF726}" type="presOf" srcId="{012D3FEC-0E58-43F2-BC20-1F4B93FC988D}" destId="{733FCCE5-AFCE-46C2-A43D-2CCE512325CA}" srcOrd="0" destOrd="0" presId="urn:microsoft.com/office/officeart/2005/8/layout/vList2"/>
    <dgm:cxn modelId="{8D111443-C261-435F-A093-EBA2334A01F4}" srcId="{36F57265-D16F-47FF-8605-B5A84A8FD0C3}" destId="{989C89F1-132A-4935-955B-82F6B9A675F2}" srcOrd="3" destOrd="0" parTransId="{218861A5-EFDC-4CD6-91DF-9197A9A9B8E0}" sibTransId="{713656DB-62CC-4F07-ABC6-ED28661ABF1E}"/>
    <dgm:cxn modelId="{3AC8776B-9B0B-4134-B498-E93448A1FCCA}" srcId="{36F57265-D16F-47FF-8605-B5A84A8FD0C3}" destId="{012D3FEC-0E58-43F2-BC20-1F4B93FC988D}" srcOrd="1" destOrd="0" parTransId="{9C92FA5A-E565-4ECA-A55A-A833BB074BB4}" sibTransId="{D24163AD-D490-4CBF-A906-39A873164732}"/>
    <dgm:cxn modelId="{C0FADB94-2117-40E6-866B-61E176672C35}" type="presOf" srcId="{36F57265-D16F-47FF-8605-B5A84A8FD0C3}" destId="{22632819-96A4-4AA5-AA51-C06CBD98F2D4}" srcOrd="0" destOrd="0" presId="urn:microsoft.com/office/officeart/2005/8/layout/vList2"/>
    <dgm:cxn modelId="{AB4806BC-BD16-4282-8058-C27BD8FFA228}" srcId="{36F57265-D16F-47FF-8605-B5A84A8FD0C3}" destId="{9327C479-CAE9-4376-B12B-8846A557BC43}" srcOrd="2" destOrd="0" parTransId="{F70F0389-2923-4DB7-B01B-D100A70B3787}" sibTransId="{BBA247A4-F305-499B-BA90-FA38FE6208F7}"/>
    <dgm:cxn modelId="{A8FA78C0-CC3F-4F9E-9BAA-5971A91B874F}" type="presOf" srcId="{9327C479-CAE9-4376-B12B-8846A557BC43}" destId="{98A20FDE-60D4-48A7-963F-AC2F1C5E0EBD}" srcOrd="0" destOrd="0" presId="urn:microsoft.com/office/officeart/2005/8/layout/vList2"/>
    <dgm:cxn modelId="{61613BD5-043D-4044-BF96-41A36B930744}" srcId="{36F57265-D16F-47FF-8605-B5A84A8FD0C3}" destId="{746AD802-E006-4F09-BEC5-6B8063FC3DDE}" srcOrd="0" destOrd="0" parTransId="{65AF4A36-42BA-4D0C-BA35-6672F68E04DC}" sibTransId="{F10AA75B-312F-4A18-B2AB-18CBD48730A5}"/>
    <dgm:cxn modelId="{7F7F97DB-DE30-4C60-BD8F-57285FF10885}" type="presOf" srcId="{746AD802-E006-4F09-BEC5-6B8063FC3DDE}" destId="{653C0CCB-4A53-44B8-931F-CD21B33A544E}" srcOrd="0" destOrd="0" presId="urn:microsoft.com/office/officeart/2005/8/layout/vList2"/>
    <dgm:cxn modelId="{237EE5F9-BEF2-4A05-A8E0-E1439D46A728}" type="presParOf" srcId="{22632819-96A4-4AA5-AA51-C06CBD98F2D4}" destId="{653C0CCB-4A53-44B8-931F-CD21B33A544E}" srcOrd="0" destOrd="0" presId="urn:microsoft.com/office/officeart/2005/8/layout/vList2"/>
    <dgm:cxn modelId="{F1F00AF2-E84E-4947-945B-0B8B7E140F52}" type="presParOf" srcId="{22632819-96A4-4AA5-AA51-C06CBD98F2D4}" destId="{2138954C-B7ED-4B75-B2DD-25A7E783BDCA}" srcOrd="1" destOrd="0" presId="urn:microsoft.com/office/officeart/2005/8/layout/vList2"/>
    <dgm:cxn modelId="{E9944916-6B35-4559-83EE-17C5D3C98E92}" type="presParOf" srcId="{22632819-96A4-4AA5-AA51-C06CBD98F2D4}" destId="{733FCCE5-AFCE-46C2-A43D-2CCE512325CA}" srcOrd="2" destOrd="0" presId="urn:microsoft.com/office/officeart/2005/8/layout/vList2"/>
    <dgm:cxn modelId="{7EC33340-E3EF-4C2A-B062-1C25E582842D}" type="presParOf" srcId="{22632819-96A4-4AA5-AA51-C06CBD98F2D4}" destId="{53840C50-CBD2-45CC-878B-8D5E6F4CC553}" srcOrd="3" destOrd="0" presId="urn:microsoft.com/office/officeart/2005/8/layout/vList2"/>
    <dgm:cxn modelId="{B971236F-109A-4800-9073-A2E4F46B0088}" type="presParOf" srcId="{22632819-96A4-4AA5-AA51-C06CBD98F2D4}" destId="{98A20FDE-60D4-48A7-963F-AC2F1C5E0EBD}" srcOrd="4" destOrd="0" presId="urn:microsoft.com/office/officeart/2005/8/layout/vList2"/>
    <dgm:cxn modelId="{1F343442-7BA1-40BF-8EAF-1CC84A22A995}" type="presParOf" srcId="{22632819-96A4-4AA5-AA51-C06CBD98F2D4}" destId="{9088C1B9-55FE-4AA2-AFB7-905B72ABB219}" srcOrd="5" destOrd="0" presId="urn:microsoft.com/office/officeart/2005/8/layout/vList2"/>
    <dgm:cxn modelId="{12CA1F8C-3A4A-4F3B-9C00-34A20A2A2416}" type="presParOf" srcId="{22632819-96A4-4AA5-AA51-C06CBD98F2D4}" destId="{4A0FB46D-E04F-4831-B0D6-C2387589C5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07E051-5C9C-447D-A585-0D00BEF356E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97F0620-5CA2-49B4-9BDB-63546A3685C4}">
      <dgm:prSet/>
      <dgm:spPr/>
      <dgm:t>
        <a:bodyPr/>
        <a:lstStyle/>
        <a:p>
          <a:r>
            <a:rPr lang="en-IN"/>
            <a:t>🖥️ Output</a:t>
          </a:r>
        </a:p>
      </dgm:t>
    </dgm:pt>
    <dgm:pt modelId="{57D62D01-46EC-47BD-B3EA-0A738B481EEF}" type="parTrans" cxnId="{BE46BE4A-A478-42D9-BACC-540BF3E329B6}">
      <dgm:prSet/>
      <dgm:spPr/>
      <dgm:t>
        <a:bodyPr/>
        <a:lstStyle/>
        <a:p>
          <a:endParaRPr lang="en-IN"/>
        </a:p>
      </dgm:t>
    </dgm:pt>
    <dgm:pt modelId="{7275D662-EC36-490C-AE14-09C2672A48A7}" type="sibTrans" cxnId="{BE46BE4A-A478-42D9-BACC-540BF3E329B6}">
      <dgm:prSet/>
      <dgm:spPr/>
      <dgm:t>
        <a:bodyPr/>
        <a:lstStyle/>
        <a:p>
          <a:endParaRPr lang="en-IN"/>
        </a:p>
      </dgm:t>
    </dgm:pt>
    <dgm:pt modelId="{46189774-D0F9-4B96-B14C-3CFE0E52A9E9}" type="pres">
      <dgm:prSet presAssocID="{1507E051-5C9C-447D-A585-0D00BEF356E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13227F7E-CA9F-42E3-815A-D7785E2B25DD}" type="pres">
      <dgm:prSet presAssocID="{597F0620-5CA2-49B4-9BDB-63546A3685C4}" presName="horFlow" presStyleCnt="0"/>
      <dgm:spPr/>
    </dgm:pt>
    <dgm:pt modelId="{0156EE4C-BE0C-4FEA-939D-50A56BC4C68A}" type="pres">
      <dgm:prSet presAssocID="{597F0620-5CA2-49B4-9BDB-63546A3685C4}" presName="bigChev" presStyleLbl="node1" presStyleIdx="0" presStyleCnt="1"/>
      <dgm:spPr/>
    </dgm:pt>
  </dgm:ptLst>
  <dgm:cxnLst>
    <dgm:cxn modelId="{842EC463-F0CA-4739-A49B-A371FDF3B65F}" type="presOf" srcId="{1507E051-5C9C-447D-A585-0D00BEF356E5}" destId="{46189774-D0F9-4B96-B14C-3CFE0E52A9E9}" srcOrd="0" destOrd="0" presId="urn:microsoft.com/office/officeart/2005/8/layout/lProcess3"/>
    <dgm:cxn modelId="{BE46BE4A-A478-42D9-BACC-540BF3E329B6}" srcId="{1507E051-5C9C-447D-A585-0D00BEF356E5}" destId="{597F0620-5CA2-49B4-9BDB-63546A3685C4}" srcOrd="0" destOrd="0" parTransId="{57D62D01-46EC-47BD-B3EA-0A738B481EEF}" sibTransId="{7275D662-EC36-490C-AE14-09C2672A48A7}"/>
    <dgm:cxn modelId="{55F3CFB5-AE2C-4542-83D4-0382AFD4F456}" type="presOf" srcId="{597F0620-5CA2-49B4-9BDB-63546A3685C4}" destId="{0156EE4C-BE0C-4FEA-939D-50A56BC4C68A}" srcOrd="0" destOrd="0" presId="urn:microsoft.com/office/officeart/2005/8/layout/lProcess3"/>
    <dgm:cxn modelId="{A58BF163-C8F6-4380-950E-C176FFD57448}" type="presParOf" srcId="{46189774-D0F9-4B96-B14C-3CFE0E52A9E9}" destId="{13227F7E-CA9F-42E3-815A-D7785E2B25DD}" srcOrd="0" destOrd="0" presId="urn:microsoft.com/office/officeart/2005/8/layout/lProcess3"/>
    <dgm:cxn modelId="{91E489D2-37EF-4D67-A8D3-D6AB2A4F5F2D}" type="presParOf" srcId="{13227F7E-CA9F-42E3-815A-D7785E2B25DD}" destId="{0156EE4C-BE0C-4FEA-939D-50A56BC4C68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E3B68C9-FC01-4BC0-820B-5F19F6C26FF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C53B1B0-72BF-4850-8434-973968596F94}">
      <dgm:prSet/>
      <dgm:spPr/>
      <dgm:t>
        <a:bodyPr/>
        <a:lstStyle/>
        <a:p>
          <a:r>
            <a:rPr lang="en-IN" b="0" i="0"/>
            <a:t>Reduced wastage</a:t>
          </a:r>
          <a:endParaRPr lang="en-IN"/>
        </a:p>
      </dgm:t>
    </dgm:pt>
    <dgm:pt modelId="{B2737E95-F2D8-48D3-9015-BD324FD4E35D}" type="parTrans" cxnId="{F0CF3A38-9DBC-4091-9201-3DFC42F415A5}">
      <dgm:prSet/>
      <dgm:spPr/>
      <dgm:t>
        <a:bodyPr/>
        <a:lstStyle/>
        <a:p>
          <a:endParaRPr lang="en-IN"/>
        </a:p>
      </dgm:t>
    </dgm:pt>
    <dgm:pt modelId="{B0DBD6DE-6EF4-4CE1-8742-14E477D6A20D}" type="sibTrans" cxnId="{F0CF3A38-9DBC-4091-9201-3DFC42F415A5}">
      <dgm:prSet/>
      <dgm:spPr/>
      <dgm:t>
        <a:bodyPr/>
        <a:lstStyle/>
        <a:p>
          <a:endParaRPr lang="en-IN"/>
        </a:p>
      </dgm:t>
    </dgm:pt>
    <dgm:pt modelId="{330595B3-B186-476F-83FE-6E86447D260D}">
      <dgm:prSet/>
      <dgm:spPr/>
      <dgm:t>
        <a:bodyPr/>
        <a:lstStyle/>
        <a:p>
          <a:r>
            <a:rPr lang="en-IN" b="0" i="0"/>
            <a:t>Improved efficiency</a:t>
          </a:r>
          <a:endParaRPr lang="en-IN"/>
        </a:p>
      </dgm:t>
    </dgm:pt>
    <dgm:pt modelId="{B447847F-5CAC-41A3-85F9-32746EA0BD13}" type="parTrans" cxnId="{8A68CB6B-A591-41B8-9598-F4E2A477FBB9}">
      <dgm:prSet/>
      <dgm:spPr/>
      <dgm:t>
        <a:bodyPr/>
        <a:lstStyle/>
        <a:p>
          <a:endParaRPr lang="en-IN"/>
        </a:p>
      </dgm:t>
    </dgm:pt>
    <dgm:pt modelId="{E121519A-B6B7-4909-9E33-6B96A7414267}" type="sibTrans" cxnId="{8A68CB6B-A591-41B8-9598-F4E2A477FBB9}">
      <dgm:prSet/>
      <dgm:spPr/>
      <dgm:t>
        <a:bodyPr/>
        <a:lstStyle/>
        <a:p>
          <a:endParaRPr lang="en-IN"/>
        </a:p>
      </dgm:t>
    </dgm:pt>
    <dgm:pt modelId="{A5D6ACF1-D47C-48C7-9326-DACE20D20E84}">
      <dgm:prSet/>
      <dgm:spPr/>
      <dgm:t>
        <a:bodyPr/>
        <a:lstStyle/>
        <a:p>
          <a:r>
            <a:rPr lang="en-IN" b="0" i="0"/>
            <a:t>Data-driven decision making</a:t>
          </a:r>
          <a:endParaRPr lang="en-IN"/>
        </a:p>
      </dgm:t>
    </dgm:pt>
    <dgm:pt modelId="{27F24EAE-444B-4207-8585-0B94E187A1AF}" type="parTrans" cxnId="{E65EFC95-40CE-40F3-BE9A-73D3FA0662BA}">
      <dgm:prSet/>
      <dgm:spPr/>
      <dgm:t>
        <a:bodyPr/>
        <a:lstStyle/>
        <a:p>
          <a:endParaRPr lang="en-IN"/>
        </a:p>
      </dgm:t>
    </dgm:pt>
    <dgm:pt modelId="{14FADAD6-92CA-400B-A08D-A3D222F55D24}" type="sibTrans" cxnId="{E65EFC95-40CE-40F3-BE9A-73D3FA0662BA}">
      <dgm:prSet/>
      <dgm:spPr/>
      <dgm:t>
        <a:bodyPr/>
        <a:lstStyle/>
        <a:p>
          <a:endParaRPr lang="en-IN"/>
        </a:p>
      </dgm:t>
    </dgm:pt>
    <dgm:pt modelId="{895706E8-BD38-450D-9673-42C999068A05}">
      <dgm:prSet/>
      <dgm:spPr/>
      <dgm:t>
        <a:bodyPr/>
        <a:lstStyle/>
        <a:p>
          <a:r>
            <a:rPr lang="en-IN" b="0" i="0"/>
            <a:t>Production Data Analysis</a:t>
          </a:r>
          <a:endParaRPr lang="en-IN"/>
        </a:p>
      </dgm:t>
    </dgm:pt>
    <dgm:pt modelId="{23F6A989-8F0A-402F-9791-0598CFF95565}" type="parTrans" cxnId="{08135B2A-63E8-4DDC-8066-9AFBA96445CF}">
      <dgm:prSet/>
      <dgm:spPr/>
      <dgm:t>
        <a:bodyPr/>
        <a:lstStyle/>
        <a:p>
          <a:endParaRPr lang="en-IN"/>
        </a:p>
      </dgm:t>
    </dgm:pt>
    <dgm:pt modelId="{15F53B04-CDC2-4FD1-8DFF-9D5D2F7B21A6}" type="sibTrans" cxnId="{08135B2A-63E8-4DDC-8066-9AFBA96445CF}">
      <dgm:prSet/>
      <dgm:spPr/>
      <dgm:t>
        <a:bodyPr/>
        <a:lstStyle/>
        <a:p>
          <a:endParaRPr lang="en-IN"/>
        </a:p>
      </dgm:t>
    </dgm:pt>
    <dgm:pt modelId="{6D59244D-312A-4045-8406-FD2591A97F96}">
      <dgm:prSet/>
      <dgm:spPr/>
      <dgm:t>
        <a:bodyPr/>
        <a:lstStyle/>
        <a:p>
          <a:r>
            <a:rPr lang="en-IN" b="0" i="0"/>
            <a:t>Output Prediction</a:t>
          </a:r>
          <a:endParaRPr lang="en-IN"/>
        </a:p>
      </dgm:t>
    </dgm:pt>
    <dgm:pt modelId="{F4D42034-9A63-49C1-85AF-1822F7991C5B}" type="parTrans" cxnId="{5B658604-6F6C-4D3E-B625-BBB1A638CA62}">
      <dgm:prSet/>
      <dgm:spPr/>
      <dgm:t>
        <a:bodyPr/>
        <a:lstStyle/>
        <a:p>
          <a:endParaRPr lang="en-IN"/>
        </a:p>
      </dgm:t>
    </dgm:pt>
    <dgm:pt modelId="{8D1B2DC1-9A65-41F7-B10C-2BCA46A9119E}" type="sibTrans" cxnId="{5B658604-6F6C-4D3E-B625-BBB1A638CA62}">
      <dgm:prSet/>
      <dgm:spPr/>
      <dgm:t>
        <a:bodyPr/>
        <a:lstStyle/>
        <a:p>
          <a:endParaRPr lang="en-IN"/>
        </a:p>
      </dgm:t>
    </dgm:pt>
    <dgm:pt modelId="{23BD3C1B-9CA1-4095-B3F1-C6B37FC3A5BD}">
      <dgm:prSet/>
      <dgm:spPr/>
      <dgm:t>
        <a:bodyPr/>
        <a:lstStyle/>
        <a:p>
          <a:r>
            <a:rPr lang="en-IN" b="0" i="0"/>
            <a:t>Better Planning &amp; Scheduling</a:t>
          </a:r>
          <a:endParaRPr lang="en-IN"/>
        </a:p>
      </dgm:t>
    </dgm:pt>
    <dgm:pt modelId="{3E814220-9FE8-4642-889B-A1DF37FB7B3C}" type="parTrans" cxnId="{57CC68D5-9E4C-4A01-B11A-4CC7E0A695E3}">
      <dgm:prSet/>
      <dgm:spPr/>
      <dgm:t>
        <a:bodyPr/>
        <a:lstStyle/>
        <a:p>
          <a:endParaRPr lang="en-IN"/>
        </a:p>
      </dgm:t>
    </dgm:pt>
    <dgm:pt modelId="{C2EEA25F-B6D0-4BCC-8F44-1D982918BCAD}" type="sibTrans" cxnId="{57CC68D5-9E4C-4A01-B11A-4CC7E0A695E3}">
      <dgm:prSet/>
      <dgm:spPr/>
      <dgm:t>
        <a:bodyPr/>
        <a:lstStyle/>
        <a:p>
          <a:endParaRPr lang="en-IN"/>
        </a:p>
      </dgm:t>
    </dgm:pt>
    <dgm:pt modelId="{30805DB2-BB44-4960-9E21-AFA058B2F638}">
      <dgm:prSet/>
      <dgm:spPr/>
      <dgm:t>
        <a:bodyPr/>
        <a:lstStyle/>
        <a:p>
          <a:r>
            <a:rPr lang="en-IN" b="0" i="0"/>
            <a:t>Improved Equipment Utilization</a:t>
          </a:r>
          <a:endParaRPr lang="en-IN"/>
        </a:p>
      </dgm:t>
    </dgm:pt>
    <dgm:pt modelId="{378ADC07-3DE5-47B0-B6BE-809A95F8154A}" type="parTrans" cxnId="{E8D5F0FE-F92C-4417-9E56-8FA7A82FFE11}">
      <dgm:prSet/>
      <dgm:spPr/>
      <dgm:t>
        <a:bodyPr/>
        <a:lstStyle/>
        <a:p>
          <a:endParaRPr lang="en-IN"/>
        </a:p>
      </dgm:t>
    </dgm:pt>
    <dgm:pt modelId="{A6186312-2ABF-4803-8373-92FDC5579F87}" type="sibTrans" cxnId="{E8D5F0FE-F92C-4417-9E56-8FA7A82FFE11}">
      <dgm:prSet/>
      <dgm:spPr/>
      <dgm:t>
        <a:bodyPr/>
        <a:lstStyle/>
        <a:p>
          <a:endParaRPr lang="en-IN"/>
        </a:p>
      </dgm:t>
    </dgm:pt>
    <dgm:pt modelId="{A36810FD-B12F-4EA6-B903-F3FA625156A3}">
      <dgm:prSet/>
      <dgm:spPr/>
      <dgm:t>
        <a:bodyPr/>
        <a:lstStyle/>
        <a:p>
          <a:r>
            <a:rPr lang="en-IN" b="0" i="0"/>
            <a:t>Higher Productivity &amp; Cost Efficiency</a:t>
          </a:r>
          <a:endParaRPr lang="en-IN"/>
        </a:p>
      </dgm:t>
    </dgm:pt>
    <dgm:pt modelId="{66BAA929-41AB-42D7-B51D-119B01E71A2D}" type="parTrans" cxnId="{54A9C1D9-6A2E-41A5-9655-9000345F0C19}">
      <dgm:prSet/>
      <dgm:spPr/>
      <dgm:t>
        <a:bodyPr/>
        <a:lstStyle/>
        <a:p>
          <a:endParaRPr lang="en-IN"/>
        </a:p>
      </dgm:t>
    </dgm:pt>
    <dgm:pt modelId="{6F4E98AF-2119-4B2F-AF1E-2497D72A059D}" type="sibTrans" cxnId="{54A9C1D9-6A2E-41A5-9655-9000345F0C19}">
      <dgm:prSet/>
      <dgm:spPr/>
      <dgm:t>
        <a:bodyPr/>
        <a:lstStyle/>
        <a:p>
          <a:endParaRPr lang="en-IN"/>
        </a:p>
      </dgm:t>
    </dgm:pt>
    <dgm:pt modelId="{C0C63647-ADB4-4AE5-8E97-924C14CE5F84}" type="pres">
      <dgm:prSet presAssocID="{8E3B68C9-FC01-4BC0-820B-5F19F6C26FFA}" presName="linear" presStyleCnt="0">
        <dgm:presLayoutVars>
          <dgm:animLvl val="lvl"/>
          <dgm:resizeHandles val="exact"/>
        </dgm:presLayoutVars>
      </dgm:prSet>
      <dgm:spPr/>
    </dgm:pt>
    <dgm:pt modelId="{F05C5837-561A-4DAF-ABF6-FA6251525879}" type="pres">
      <dgm:prSet presAssocID="{CC53B1B0-72BF-4850-8434-973968596F9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1698A9E-B999-45ED-8DA4-291A9B1637FF}" type="pres">
      <dgm:prSet presAssocID="{B0DBD6DE-6EF4-4CE1-8742-14E477D6A20D}" presName="spacer" presStyleCnt="0"/>
      <dgm:spPr/>
    </dgm:pt>
    <dgm:pt modelId="{B9C380BA-A284-4A3B-A447-069E28B760B8}" type="pres">
      <dgm:prSet presAssocID="{330595B3-B186-476F-83FE-6E86447D260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BACAC7B-CAE9-410D-AD9E-A0F0DD078AD0}" type="pres">
      <dgm:prSet presAssocID="{E121519A-B6B7-4909-9E33-6B96A7414267}" presName="spacer" presStyleCnt="0"/>
      <dgm:spPr/>
    </dgm:pt>
    <dgm:pt modelId="{6AF970E4-F299-41A2-B5A5-B0AFCD2F4E6C}" type="pres">
      <dgm:prSet presAssocID="{A5D6ACF1-D47C-48C7-9326-DACE20D20E8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5FF01AC-96F3-4AD7-99EF-AF2FF167E033}" type="pres">
      <dgm:prSet presAssocID="{14FADAD6-92CA-400B-A08D-A3D222F55D24}" presName="spacer" presStyleCnt="0"/>
      <dgm:spPr/>
    </dgm:pt>
    <dgm:pt modelId="{AC78C251-ECE6-4F54-80BC-0830443C3FEC}" type="pres">
      <dgm:prSet presAssocID="{895706E8-BD38-450D-9673-42C999068A0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8A22185-FFA8-4E5E-9BE6-31AE7D265ED3}" type="pres">
      <dgm:prSet presAssocID="{15F53B04-CDC2-4FD1-8DFF-9D5D2F7B21A6}" presName="spacer" presStyleCnt="0"/>
      <dgm:spPr/>
    </dgm:pt>
    <dgm:pt modelId="{B26F9C7E-1173-4280-B386-A33064119809}" type="pres">
      <dgm:prSet presAssocID="{6D59244D-312A-4045-8406-FD2591A97F9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062195E-1B84-4C49-9223-C7758252AB24}" type="pres">
      <dgm:prSet presAssocID="{8D1B2DC1-9A65-41F7-B10C-2BCA46A9119E}" presName="spacer" presStyleCnt="0"/>
      <dgm:spPr/>
    </dgm:pt>
    <dgm:pt modelId="{0F560B11-3C27-4E40-BF9B-5466E8783446}" type="pres">
      <dgm:prSet presAssocID="{23BD3C1B-9CA1-4095-B3F1-C6B37FC3A5BD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724C104-B05D-4F9A-A53D-5AFB0E9D76E9}" type="pres">
      <dgm:prSet presAssocID="{C2EEA25F-B6D0-4BCC-8F44-1D982918BCAD}" presName="spacer" presStyleCnt="0"/>
      <dgm:spPr/>
    </dgm:pt>
    <dgm:pt modelId="{5E3C2F32-3DF7-49C1-A838-7B1271D4B895}" type="pres">
      <dgm:prSet presAssocID="{30805DB2-BB44-4960-9E21-AFA058B2F63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A6B75FB-7575-4A70-ADB3-B07E1731AF18}" type="pres">
      <dgm:prSet presAssocID="{A6186312-2ABF-4803-8373-92FDC5579F87}" presName="spacer" presStyleCnt="0"/>
      <dgm:spPr/>
    </dgm:pt>
    <dgm:pt modelId="{FEF80101-0362-4C35-9CD3-C254366C5A2A}" type="pres">
      <dgm:prSet presAssocID="{A36810FD-B12F-4EA6-B903-F3FA625156A3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B658604-6F6C-4D3E-B625-BBB1A638CA62}" srcId="{8E3B68C9-FC01-4BC0-820B-5F19F6C26FFA}" destId="{6D59244D-312A-4045-8406-FD2591A97F96}" srcOrd="4" destOrd="0" parTransId="{F4D42034-9A63-49C1-85AF-1822F7991C5B}" sibTransId="{8D1B2DC1-9A65-41F7-B10C-2BCA46A9119E}"/>
    <dgm:cxn modelId="{08135B2A-63E8-4DDC-8066-9AFBA96445CF}" srcId="{8E3B68C9-FC01-4BC0-820B-5F19F6C26FFA}" destId="{895706E8-BD38-450D-9673-42C999068A05}" srcOrd="3" destOrd="0" parTransId="{23F6A989-8F0A-402F-9791-0598CFF95565}" sibTransId="{15F53B04-CDC2-4FD1-8DFF-9D5D2F7B21A6}"/>
    <dgm:cxn modelId="{F0CF3A38-9DBC-4091-9201-3DFC42F415A5}" srcId="{8E3B68C9-FC01-4BC0-820B-5F19F6C26FFA}" destId="{CC53B1B0-72BF-4850-8434-973968596F94}" srcOrd="0" destOrd="0" parTransId="{B2737E95-F2D8-48D3-9015-BD324FD4E35D}" sibTransId="{B0DBD6DE-6EF4-4CE1-8742-14E477D6A20D}"/>
    <dgm:cxn modelId="{5DE37238-6F4C-402F-8EB5-249518F1B89D}" type="presOf" srcId="{6D59244D-312A-4045-8406-FD2591A97F96}" destId="{B26F9C7E-1173-4280-B386-A33064119809}" srcOrd="0" destOrd="0" presId="urn:microsoft.com/office/officeart/2005/8/layout/vList2"/>
    <dgm:cxn modelId="{8A68CB6B-A591-41B8-9598-F4E2A477FBB9}" srcId="{8E3B68C9-FC01-4BC0-820B-5F19F6C26FFA}" destId="{330595B3-B186-476F-83FE-6E86447D260D}" srcOrd="1" destOrd="0" parTransId="{B447847F-5CAC-41A3-85F9-32746EA0BD13}" sibTransId="{E121519A-B6B7-4909-9E33-6B96A7414267}"/>
    <dgm:cxn modelId="{763D128B-4E3A-480D-9446-A52F70C430F8}" type="presOf" srcId="{23BD3C1B-9CA1-4095-B3F1-C6B37FC3A5BD}" destId="{0F560B11-3C27-4E40-BF9B-5466E8783446}" srcOrd="0" destOrd="0" presId="urn:microsoft.com/office/officeart/2005/8/layout/vList2"/>
    <dgm:cxn modelId="{E65EFC95-40CE-40F3-BE9A-73D3FA0662BA}" srcId="{8E3B68C9-FC01-4BC0-820B-5F19F6C26FFA}" destId="{A5D6ACF1-D47C-48C7-9326-DACE20D20E84}" srcOrd="2" destOrd="0" parTransId="{27F24EAE-444B-4207-8585-0B94E187A1AF}" sibTransId="{14FADAD6-92CA-400B-A08D-A3D222F55D24}"/>
    <dgm:cxn modelId="{962D0399-5776-4599-BA5D-09AC477748E6}" type="presOf" srcId="{8E3B68C9-FC01-4BC0-820B-5F19F6C26FFA}" destId="{C0C63647-ADB4-4AE5-8E97-924C14CE5F84}" srcOrd="0" destOrd="0" presId="urn:microsoft.com/office/officeart/2005/8/layout/vList2"/>
    <dgm:cxn modelId="{C31316BA-FF7E-435B-B4BC-69C3546EC4BC}" type="presOf" srcId="{895706E8-BD38-450D-9673-42C999068A05}" destId="{AC78C251-ECE6-4F54-80BC-0830443C3FEC}" srcOrd="0" destOrd="0" presId="urn:microsoft.com/office/officeart/2005/8/layout/vList2"/>
    <dgm:cxn modelId="{712AACBC-EE93-4A52-8AE4-AC3DDD52C701}" type="presOf" srcId="{30805DB2-BB44-4960-9E21-AFA058B2F638}" destId="{5E3C2F32-3DF7-49C1-A838-7B1271D4B895}" srcOrd="0" destOrd="0" presId="urn:microsoft.com/office/officeart/2005/8/layout/vList2"/>
    <dgm:cxn modelId="{A0EA0AC1-99CA-410C-BAEF-27599BEFC2E2}" type="presOf" srcId="{330595B3-B186-476F-83FE-6E86447D260D}" destId="{B9C380BA-A284-4A3B-A447-069E28B760B8}" srcOrd="0" destOrd="0" presId="urn:microsoft.com/office/officeart/2005/8/layout/vList2"/>
    <dgm:cxn modelId="{21DFD6CB-DDA4-420C-ACCC-855CAB60BAA5}" type="presOf" srcId="{A36810FD-B12F-4EA6-B903-F3FA625156A3}" destId="{FEF80101-0362-4C35-9CD3-C254366C5A2A}" srcOrd="0" destOrd="0" presId="urn:microsoft.com/office/officeart/2005/8/layout/vList2"/>
    <dgm:cxn modelId="{40894FD2-D0F6-419F-952B-14B60DC1F27D}" type="presOf" srcId="{CC53B1B0-72BF-4850-8434-973968596F94}" destId="{F05C5837-561A-4DAF-ABF6-FA6251525879}" srcOrd="0" destOrd="0" presId="urn:microsoft.com/office/officeart/2005/8/layout/vList2"/>
    <dgm:cxn modelId="{57CC68D5-9E4C-4A01-B11A-4CC7E0A695E3}" srcId="{8E3B68C9-FC01-4BC0-820B-5F19F6C26FFA}" destId="{23BD3C1B-9CA1-4095-B3F1-C6B37FC3A5BD}" srcOrd="5" destOrd="0" parTransId="{3E814220-9FE8-4642-889B-A1DF37FB7B3C}" sibTransId="{C2EEA25F-B6D0-4BCC-8F44-1D982918BCAD}"/>
    <dgm:cxn modelId="{54A9C1D9-6A2E-41A5-9655-9000345F0C19}" srcId="{8E3B68C9-FC01-4BC0-820B-5F19F6C26FFA}" destId="{A36810FD-B12F-4EA6-B903-F3FA625156A3}" srcOrd="7" destOrd="0" parTransId="{66BAA929-41AB-42D7-B51D-119B01E71A2D}" sibTransId="{6F4E98AF-2119-4B2F-AF1E-2497D72A059D}"/>
    <dgm:cxn modelId="{57F91BEE-F4DC-4A97-B453-63F5116FC228}" type="presOf" srcId="{A5D6ACF1-D47C-48C7-9326-DACE20D20E84}" destId="{6AF970E4-F299-41A2-B5A5-B0AFCD2F4E6C}" srcOrd="0" destOrd="0" presId="urn:microsoft.com/office/officeart/2005/8/layout/vList2"/>
    <dgm:cxn modelId="{E8D5F0FE-F92C-4417-9E56-8FA7A82FFE11}" srcId="{8E3B68C9-FC01-4BC0-820B-5F19F6C26FFA}" destId="{30805DB2-BB44-4960-9E21-AFA058B2F638}" srcOrd="6" destOrd="0" parTransId="{378ADC07-3DE5-47B0-B6BE-809A95F8154A}" sibTransId="{A6186312-2ABF-4803-8373-92FDC5579F87}"/>
    <dgm:cxn modelId="{1305503B-5E3A-4183-8DD1-15DC1886EB6D}" type="presParOf" srcId="{C0C63647-ADB4-4AE5-8E97-924C14CE5F84}" destId="{F05C5837-561A-4DAF-ABF6-FA6251525879}" srcOrd="0" destOrd="0" presId="urn:microsoft.com/office/officeart/2005/8/layout/vList2"/>
    <dgm:cxn modelId="{7310A506-6865-41AD-805C-3916695FB186}" type="presParOf" srcId="{C0C63647-ADB4-4AE5-8E97-924C14CE5F84}" destId="{E1698A9E-B999-45ED-8DA4-291A9B1637FF}" srcOrd="1" destOrd="0" presId="urn:microsoft.com/office/officeart/2005/8/layout/vList2"/>
    <dgm:cxn modelId="{A5CB3222-2FEB-4907-9B32-F752EEBA31F7}" type="presParOf" srcId="{C0C63647-ADB4-4AE5-8E97-924C14CE5F84}" destId="{B9C380BA-A284-4A3B-A447-069E28B760B8}" srcOrd="2" destOrd="0" presId="urn:microsoft.com/office/officeart/2005/8/layout/vList2"/>
    <dgm:cxn modelId="{833ED51F-A480-4A5F-9F27-37A1AE54ECC2}" type="presParOf" srcId="{C0C63647-ADB4-4AE5-8E97-924C14CE5F84}" destId="{EBACAC7B-CAE9-410D-AD9E-A0F0DD078AD0}" srcOrd="3" destOrd="0" presId="urn:microsoft.com/office/officeart/2005/8/layout/vList2"/>
    <dgm:cxn modelId="{13E0DA91-F921-4039-94B3-45FB7CFA1E90}" type="presParOf" srcId="{C0C63647-ADB4-4AE5-8E97-924C14CE5F84}" destId="{6AF970E4-F299-41A2-B5A5-B0AFCD2F4E6C}" srcOrd="4" destOrd="0" presId="urn:microsoft.com/office/officeart/2005/8/layout/vList2"/>
    <dgm:cxn modelId="{8DA448AD-1A5F-4A98-A396-D04FFD97085E}" type="presParOf" srcId="{C0C63647-ADB4-4AE5-8E97-924C14CE5F84}" destId="{A5FF01AC-96F3-4AD7-99EF-AF2FF167E033}" srcOrd="5" destOrd="0" presId="urn:microsoft.com/office/officeart/2005/8/layout/vList2"/>
    <dgm:cxn modelId="{FEECB5FB-567B-4610-A165-2E2A3C9DA028}" type="presParOf" srcId="{C0C63647-ADB4-4AE5-8E97-924C14CE5F84}" destId="{AC78C251-ECE6-4F54-80BC-0830443C3FEC}" srcOrd="6" destOrd="0" presId="urn:microsoft.com/office/officeart/2005/8/layout/vList2"/>
    <dgm:cxn modelId="{F0F89527-78EE-46DD-9847-59551962D879}" type="presParOf" srcId="{C0C63647-ADB4-4AE5-8E97-924C14CE5F84}" destId="{08A22185-FFA8-4E5E-9BE6-31AE7D265ED3}" srcOrd="7" destOrd="0" presId="urn:microsoft.com/office/officeart/2005/8/layout/vList2"/>
    <dgm:cxn modelId="{B51F8B85-8A8B-49FC-830F-920071B83A22}" type="presParOf" srcId="{C0C63647-ADB4-4AE5-8E97-924C14CE5F84}" destId="{B26F9C7E-1173-4280-B386-A33064119809}" srcOrd="8" destOrd="0" presId="urn:microsoft.com/office/officeart/2005/8/layout/vList2"/>
    <dgm:cxn modelId="{9F9627C1-A610-4CD7-A35B-7F369E1E4F82}" type="presParOf" srcId="{C0C63647-ADB4-4AE5-8E97-924C14CE5F84}" destId="{0062195E-1B84-4C49-9223-C7758252AB24}" srcOrd="9" destOrd="0" presId="urn:microsoft.com/office/officeart/2005/8/layout/vList2"/>
    <dgm:cxn modelId="{ECDA8CCF-FE83-48E3-AF3F-EC2770298031}" type="presParOf" srcId="{C0C63647-ADB4-4AE5-8E97-924C14CE5F84}" destId="{0F560B11-3C27-4E40-BF9B-5466E8783446}" srcOrd="10" destOrd="0" presId="urn:microsoft.com/office/officeart/2005/8/layout/vList2"/>
    <dgm:cxn modelId="{43AEBAA9-4C6C-4F72-9ED1-EAA26BC7E31D}" type="presParOf" srcId="{C0C63647-ADB4-4AE5-8E97-924C14CE5F84}" destId="{2724C104-B05D-4F9A-A53D-5AFB0E9D76E9}" srcOrd="11" destOrd="0" presId="urn:microsoft.com/office/officeart/2005/8/layout/vList2"/>
    <dgm:cxn modelId="{1E98C542-22FA-4C5C-8E3A-985742E7B458}" type="presParOf" srcId="{C0C63647-ADB4-4AE5-8E97-924C14CE5F84}" destId="{5E3C2F32-3DF7-49C1-A838-7B1271D4B895}" srcOrd="12" destOrd="0" presId="urn:microsoft.com/office/officeart/2005/8/layout/vList2"/>
    <dgm:cxn modelId="{AE51667A-2092-49AD-A3BA-A123D894F5F9}" type="presParOf" srcId="{C0C63647-ADB4-4AE5-8E97-924C14CE5F84}" destId="{CA6B75FB-7575-4A70-ADB3-B07E1731AF18}" srcOrd="13" destOrd="0" presId="urn:microsoft.com/office/officeart/2005/8/layout/vList2"/>
    <dgm:cxn modelId="{0022C0BC-561A-4BAB-88C2-B28301775D78}" type="presParOf" srcId="{C0C63647-ADB4-4AE5-8E97-924C14CE5F84}" destId="{FEF80101-0362-4C35-9CD3-C254366C5A2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CBECF-0732-4792-9F0B-53AB79450A5B}">
      <dsp:nvSpPr>
        <dsp:cNvPr id="0" name=""/>
        <dsp:cNvSpPr/>
      </dsp:nvSpPr>
      <dsp:spPr>
        <a:xfrm>
          <a:off x="233151" y="0"/>
          <a:ext cx="5053263" cy="505326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6D21-292A-4CB4-8902-58A2AD0B1993}">
      <dsp:nvSpPr>
        <dsp:cNvPr id="0" name=""/>
        <dsp:cNvSpPr/>
      </dsp:nvSpPr>
      <dsp:spPr>
        <a:xfrm>
          <a:off x="2835197" y="546683"/>
          <a:ext cx="3284620" cy="4531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Data Collection and Loading</a:t>
          </a:r>
          <a:endParaRPr lang="en-IN" sz="1400" kern="1200" dirty="0"/>
        </a:p>
      </dsp:txBody>
      <dsp:txXfrm>
        <a:off x="2857318" y="568804"/>
        <a:ext cx="3240378" cy="408908"/>
      </dsp:txXfrm>
    </dsp:sp>
    <dsp:sp modelId="{8BD60B49-1366-42BB-A946-FD4B34AEF9C6}">
      <dsp:nvSpPr>
        <dsp:cNvPr id="0" name=""/>
        <dsp:cNvSpPr/>
      </dsp:nvSpPr>
      <dsp:spPr>
        <a:xfrm>
          <a:off x="2701119" y="1149987"/>
          <a:ext cx="3424939" cy="47427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Data Preprocessing</a:t>
          </a:r>
          <a:endParaRPr lang="en-IN" sz="1400" kern="1200" dirty="0"/>
        </a:p>
      </dsp:txBody>
      <dsp:txXfrm>
        <a:off x="2724271" y="1173139"/>
        <a:ext cx="3378635" cy="427971"/>
      </dsp:txXfrm>
    </dsp:sp>
    <dsp:sp modelId="{6C079EF6-2B95-4E02-9085-BE49744A2AD1}">
      <dsp:nvSpPr>
        <dsp:cNvPr id="0" name=""/>
        <dsp:cNvSpPr/>
      </dsp:nvSpPr>
      <dsp:spPr>
        <a:xfrm>
          <a:off x="2865054" y="1691477"/>
          <a:ext cx="3314708" cy="56920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Exploratory Data Analysis(EDA)</a:t>
          </a:r>
          <a:endParaRPr lang="en-IN" sz="1400" kern="1200" dirty="0"/>
        </a:p>
      </dsp:txBody>
      <dsp:txXfrm>
        <a:off x="2892840" y="1719263"/>
        <a:ext cx="3259136" cy="513633"/>
      </dsp:txXfrm>
    </dsp:sp>
    <dsp:sp modelId="{F23A4F1C-4406-434C-B8F9-D530452AECDA}">
      <dsp:nvSpPr>
        <dsp:cNvPr id="0" name=""/>
        <dsp:cNvSpPr/>
      </dsp:nvSpPr>
      <dsp:spPr>
        <a:xfrm>
          <a:off x="2904174" y="2326937"/>
          <a:ext cx="3284620" cy="566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Feature Engineering</a:t>
          </a:r>
          <a:endParaRPr lang="en-IN" sz="1400" kern="1200" dirty="0"/>
        </a:p>
      </dsp:txBody>
      <dsp:txXfrm>
        <a:off x="2931827" y="2354590"/>
        <a:ext cx="3229314" cy="511160"/>
      </dsp:txXfrm>
    </dsp:sp>
    <dsp:sp modelId="{412D3219-851A-4840-8341-2ABD3C2B4057}">
      <dsp:nvSpPr>
        <dsp:cNvPr id="0" name=""/>
        <dsp:cNvSpPr/>
      </dsp:nvSpPr>
      <dsp:spPr>
        <a:xfrm>
          <a:off x="2859043" y="2971974"/>
          <a:ext cx="3254533" cy="5193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Model Training using Linear Regression</a:t>
          </a:r>
          <a:endParaRPr lang="en-IN" sz="1400" kern="1200" dirty="0"/>
        </a:p>
      </dsp:txBody>
      <dsp:txXfrm>
        <a:off x="2884394" y="2997325"/>
        <a:ext cx="3203831" cy="468623"/>
      </dsp:txXfrm>
    </dsp:sp>
    <dsp:sp modelId="{18F788EB-933B-411C-BEC4-CCB933A68C0D}">
      <dsp:nvSpPr>
        <dsp:cNvPr id="0" name=""/>
        <dsp:cNvSpPr/>
      </dsp:nvSpPr>
      <dsp:spPr>
        <a:xfrm>
          <a:off x="2850011" y="3566030"/>
          <a:ext cx="3368838" cy="527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Model Evaluation</a:t>
          </a:r>
          <a:endParaRPr lang="en-IN" sz="1400" kern="1200" dirty="0"/>
        </a:p>
      </dsp:txBody>
      <dsp:txXfrm>
        <a:off x="2875760" y="3591779"/>
        <a:ext cx="3317340" cy="475968"/>
      </dsp:txXfrm>
    </dsp:sp>
    <dsp:sp modelId="{C82F4699-6E41-4EBF-9D68-F210C7CED8DD}">
      <dsp:nvSpPr>
        <dsp:cNvPr id="0" name=""/>
        <dsp:cNvSpPr/>
      </dsp:nvSpPr>
      <dsp:spPr>
        <a:xfrm>
          <a:off x="2862049" y="4197836"/>
          <a:ext cx="3248522" cy="5968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Deployment using </a:t>
          </a:r>
          <a:r>
            <a:rPr lang="en-US" sz="1400" b="1" i="0" kern="1200" dirty="0" err="1"/>
            <a:t>Streamlit</a:t>
          </a:r>
          <a:r>
            <a:rPr lang="en-US" sz="1400" b="1" i="0" kern="1200" dirty="0"/>
            <a:t> and Docker</a:t>
          </a:r>
          <a:endParaRPr lang="en-IN" sz="1400" kern="1200" dirty="0"/>
        </a:p>
      </dsp:txBody>
      <dsp:txXfrm>
        <a:off x="2891187" y="4226974"/>
        <a:ext cx="3190246" cy="5386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D2A2E-5832-4E9C-8FFD-E1227BA0A8CC}">
      <dsp:nvSpPr>
        <dsp:cNvPr id="0" name=""/>
        <dsp:cNvSpPr/>
      </dsp:nvSpPr>
      <dsp:spPr>
        <a:xfrm>
          <a:off x="762" y="32346"/>
          <a:ext cx="2257427" cy="4460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📊 Distribution Plot</a:t>
          </a:r>
        </a:p>
      </dsp:txBody>
      <dsp:txXfrm>
        <a:off x="223789" y="32346"/>
        <a:ext cx="1811373" cy="4460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E1DF5-1B31-4D2B-89DC-B3394FF7D82C}">
      <dsp:nvSpPr>
        <dsp:cNvPr id="0" name=""/>
        <dsp:cNvSpPr/>
      </dsp:nvSpPr>
      <dsp:spPr>
        <a:xfrm>
          <a:off x="1" y="247"/>
          <a:ext cx="1705061" cy="5994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📦Box Plot</a:t>
          </a:r>
        </a:p>
      </dsp:txBody>
      <dsp:txXfrm>
        <a:off x="299750" y="247"/>
        <a:ext cx="1105564" cy="5994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FD22B-1672-425F-BAF8-FDDFA9EA64C7}">
      <dsp:nvSpPr>
        <dsp:cNvPr id="0" name=""/>
        <dsp:cNvSpPr/>
      </dsp:nvSpPr>
      <dsp:spPr>
        <a:xfrm>
          <a:off x="649814" y="0"/>
          <a:ext cx="7364564" cy="3926742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833C6-8B64-45F8-9230-70EBAED53F7C}">
      <dsp:nvSpPr>
        <dsp:cNvPr id="0" name=""/>
        <dsp:cNvSpPr/>
      </dsp:nvSpPr>
      <dsp:spPr>
        <a:xfrm>
          <a:off x="105" y="1178022"/>
          <a:ext cx="1267899" cy="15706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Analysed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manufacturing dataset to understand production patterns.</a:t>
          </a:r>
        </a:p>
      </dsp:txBody>
      <dsp:txXfrm>
        <a:off x="61999" y="1239916"/>
        <a:ext cx="1144111" cy="1446908"/>
      </dsp:txXfrm>
    </dsp:sp>
    <dsp:sp modelId="{99F8592F-D215-41A7-B982-DD29B2B30ED9}">
      <dsp:nvSpPr>
        <dsp:cNvPr id="0" name=""/>
        <dsp:cNvSpPr/>
      </dsp:nvSpPr>
      <dsp:spPr>
        <a:xfrm>
          <a:off x="1479322" y="1178022"/>
          <a:ext cx="1267899" cy="1570696"/>
        </a:xfrm>
        <a:prstGeom prst="roundRect">
          <a:avLst/>
        </a:prstGeom>
        <a:solidFill>
          <a:schemeClr val="accent5">
            <a:hueOff val="1462126"/>
            <a:satOff val="159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Examined machine-related parameters affecting output.</a:t>
          </a:r>
        </a:p>
      </dsp:txBody>
      <dsp:txXfrm>
        <a:off x="1541216" y="1239916"/>
        <a:ext cx="1144111" cy="1446908"/>
      </dsp:txXfrm>
    </dsp:sp>
    <dsp:sp modelId="{4808D1B1-166D-4DA6-BE51-11F0249770FC}">
      <dsp:nvSpPr>
        <dsp:cNvPr id="0" name=""/>
        <dsp:cNvSpPr/>
      </dsp:nvSpPr>
      <dsp:spPr>
        <a:xfrm>
          <a:off x="2958538" y="1178022"/>
          <a:ext cx="1267899" cy="1570696"/>
        </a:xfrm>
        <a:prstGeom prst="roundRect">
          <a:avLst/>
        </a:prstGeom>
        <a:solidFill>
          <a:schemeClr val="accent5">
            <a:hueOff val="2924253"/>
            <a:satOff val="318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Used statistical analysis and data visualization techniques.</a:t>
          </a:r>
        </a:p>
      </dsp:txBody>
      <dsp:txXfrm>
        <a:off x="3020432" y="1239916"/>
        <a:ext cx="1144111" cy="1446908"/>
      </dsp:txXfrm>
    </dsp:sp>
    <dsp:sp modelId="{DC590A87-7BFA-4AE1-B562-13A385AD00BF}">
      <dsp:nvSpPr>
        <dsp:cNvPr id="0" name=""/>
        <dsp:cNvSpPr/>
      </dsp:nvSpPr>
      <dsp:spPr>
        <a:xfrm>
          <a:off x="4437754" y="1178022"/>
          <a:ext cx="1267899" cy="1570696"/>
        </a:xfrm>
        <a:prstGeom prst="roundRect">
          <a:avLst/>
        </a:prstGeom>
        <a:solidFill>
          <a:schemeClr val="accent5">
            <a:hueOff val="4386379"/>
            <a:satOff val="47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Identified trends, correlations, and anomalies in the data.</a:t>
          </a:r>
        </a:p>
      </dsp:txBody>
      <dsp:txXfrm>
        <a:off x="4499648" y="1239916"/>
        <a:ext cx="1144111" cy="1446908"/>
      </dsp:txXfrm>
    </dsp:sp>
    <dsp:sp modelId="{A3BF9FD5-1435-44EE-91AD-035B07F56BDA}">
      <dsp:nvSpPr>
        <dsp:cNvPr id="0" name=""/>
        <dsp:cNvSpPr/>
      </dsp:nvSpPr>
      <dsp:spPr>
        <a:xfrm>
          <a:off x="5916971" y="1178022"/>
          <a:ext cx="1267899" cy="1570696"/>
        </a:xfrm>
        <a:prstGeom prst="roundRect">
          <a:avLst/>
        </a:prstGeom>
        <a:solidFill>
          <a:schemeClr val="accent5">
            <a:hueOff val="5848506"/>
            <a:satOff val="636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Evaluated relationships between input features and production output. </a:t>
          </a:r>
        </a:p>
      </dsp:txBody>
      <dsp:txXfrm>
        <a:off x="5978865" y="1239916"/>
        <a:ext cx="1144111" cy="1446908"/>
      </dsp:txXfrm>
    </dsp:sp>
    <dsp:sp modelId="{41EC8E13-38DD-4935-9A35-F03E0379E192}">
      <dsp:nvSpPr>
        <dsp:cNvPr id="0" name=""/>
        <dsp:cNvSpPr/>
      </dsp:nvSpPr>
      <dsp:spPr>
        <a:xfrm>
          <a:off x="7396187" y="1178022"/>
          <a:ext cx="1267899" cy="1570696"/>
        </a:xfrm>
        <a:prstGeom prst="round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most relevant features for model development. Generated insights to improve prediction accuracy.</a:t>
          </a:r>
        </a:p>
      </dsp:txBody>
      <dsp:txXfrm>
        <a:off x="7458081" y="1239916"/>
        <a:ext cx="1144111" cy="14469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A1F3F-BBC2-4C58-9CEC-0EEF5130F7D0}">
      <dsp:nvSpPr>
        <dsp:cNvPr id="0" name=""/>
        <dsp:cNvSpPr/>
      </dsp:nvSpPr>
      <dsp:spPr>
        <a:xfrm>
          <a:off x="0" y="12984"/>
          <a:ext cx="1347519" cy="539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Pair Plot</a:t>
          </a:r>
          <a:endParaRPr lang="en-IN" sz="1800" kern="1200" dirty="0"/>
        </a:p>
      </dsp:txBody>
      <dsp:txXfrm>
        <a:off x="269504" y="12984"/>
        <a:ext cx="808512" cy="5390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B88FC-BCFC-4C0B-937A-7A306EC35796}">
      <dsp:nvSpPr>
        <dsp:cNvPr id="0" name=""/>
        <dsp:cNvSpPr/>
      </dsp:nvSpPr>
      <dsp:spPr>
        <a:xfrm>
          <a:off x="3386981" y="1362586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519208D-3DE8-4CD1-9155-C86FF489FD0E}">
      <dsp:nvSpPr>
        <dsp:cNvPr id="0" name=""/>
        <dsp:cNvSpPr/>
      </dsp:nvSpPr>
      <dsp:spPr>
        <a:xfrm>
          <a:off x="3253113" y="0"/>
          <a:ext cx="1941088" cy="112353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Raw Manufacturing Data</a:t>
          </a:r>
          <a:br>
            <a:rPr lang="en-IN" sz="1200" kern="1200"/>
          </a:br>
          <a:r>
            <a:rPr lang="en-IN" sz="1200" kern="1200"/>
            <a:t> Collection of machine and production-related data from manufacturing processes.</a:t>
          </a:r>
        </a:p>
      </dsp:txBody>
      <dsp:txXfrm>
        <a:off x="3253113" y="0"/>
        <a:ext cx="1941088" cy="1123536"/>
      </dsp:txXfrm>
    </dsp:sp>
    <dsp:sp modelId="{09557A17-9862-4910-A282-2A9665109789}">
      <dsp:nvSpPr>
        <dsp:cNvPr id="0" name=""/>
        <dsp:cNvSpPr/>
      </dsp:nvSpPr>
      <dsp:spPr>
        <a:xfrm>
          <a:off x="4023524" y="1824909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488E603-2647-4D7D-95D3-DD9DE51429B6}">
      <dsp:nvSpPr>
        <dsp:cNvPr id="0" name=""/>
        <dsp:cNvSpPr/>
      </dsp:nvSpPr>
      <dsp:spPr>
        <a:xfrm>
          <a:off x="5830075" y="1482111"/>
          <a:ext cx="1740286" cy="121915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Feature Selection</a:t>
          </a:r>
          <a:br>
            <a:rPr lang="en-IN" sz="1200" kern="1200"/>
          </a:br>
          <a:r>
            <a:rPr lang="en-IN" sz="1200" kern="1200"/>
            <a:t>dentification of the most relevant variables that influence production output.</a:t>
          </a:r>
        </a:p>
      </dsp:txBody>
      <dsp:txXfrm>
        <a:off x="5830075" y="1482111"/>
        <a:ext cx="1740286" cy="1219156"/>
      </dsp:txXfrm>
    </dsp:sp>
    <dsp:sp modelId="{9F2D5510-620D-41E9-B25A-274CA66F1995}">
      <dsp:nvSpPr>
        <dsp:cNvPr id="0" name=""/>
        <dsp:cNvSpPr/>
      </dsp:nvSpPr>
      <dsp:spPr>
        <a:xfrm>
          <a:off x="3780553" y="2573615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C60A0FA-7B07-4C98-8FBC-AB37326F9AF7}">
      <dsp:nvSpPr>
        <dsp:cNvPr id="0" name=""/>
        <dsp:cNvSpPr/>
      </dsp:nvSpPr>
      <dsp:spPr>
        <a:xfrm>
          <a:off x="5562339" y="3561849"/>
          <a:ext cx="1740286" cy="121915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Data Preprocessing</a:t>
          </a:r>
          <a:br>
            <a:rPr lang="en-IN" sz="1200" kern="1200"/>
          </a:br>
          <a:r>
            <a:rPr lang="en-IN" sz="1200" kern="1200"/>
            <a:t> Cleaning and transforming data to improve quality and consistency.</a:t>
          </a:r>
        </a:p>
      </dsp:txBody>
      <dsp:txXfrm>
        <a:off x="5562339" y="3561849"/>
        <a:ext cx="1740286" cy="1219156"/>
      </dsp:txXfrm>
    </dsp:sp>
    <dsp:sp modelId="{D1CF92E5-BAE1-4C63-9E2C-1B1D9FFCAF4F}">
      <dsp:nvSpPr>
        <dsp:cNvPr id="0" name=""/>
        <dsp:cNvSpPr/>
      </dsp:nvSpPr>
      <dsp:spPr>
        <a:xfrm>
          <a:off x="2993409" y="2573615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AB9AA6-724D-469B-9F14-EFB4DCD09F87}">
      <dsp:nvSpPr>
        <dsp:cNvPr id="0" name=""/>
        <dsp:cNvSpPr/>
      </dsp:nvSpPr>
      <dsp:spPr>
        <a:xfrm>
          <a:off x="1144689" y="3561849"/>
          <a:ext cx="1740286" cy="121915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Model Input (Features List)</a:t>
          </a:r>
          <a:br>
            <a:rPr lang="en-IN" sz="1200" kern="1200"/>
          </a:br>
          <a:r>
            <a:rPr lang="en-IN" sz="1200" kern="1200"/>
            <a:t> Selected features are structured and provided to the prediction model.</a:t>
          </a:r>
        </a:p>
      </dsp:txBody>
      <dsp:txXfrm>
        <a:off x="1144689" y="3561849"/>
        <a:ext cx="1740286" cy="1219156"/>
      </dsp:txXfrm>
    </dsp:sp>
    <dsp:sp modelId="{9314E6F4-1E6E-4976-B451-3E0B3E9D1CFA}">
      <dsp:nvSpPr>
        <dsp:cNvPr id="0" name=""/>
        <dsp:cNvSpPr/>
      </dsp:nvSpPr>
      <dsp:spPr>
        <a:xfrm>
          <a:off x="2680609" y="1824909"/>
          <a:ext cx="1813010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2BE6E1D-50AC-4166-873B-8544E00C1C3C}">
      <dsp:nvSpPr>
        <dsp:cNvPr id="0" name=""/>
        <dsp:cNvSpPr/>
      </dsp:nvSpPr>
      <dsp:spPr>
        <a:xfrm>
          <a:off x="876953" y="1204680"/>
          <a:ext cx="1740286" cy="17740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Production Output Prediction</a:t>
          </a:r>
          <a:br>
            <a:rPr lang="en-IN" sz="1200" kern="1200" dirty="0"/>
          </a:br>
          <a:r>
            <a:rPr lang="en-IN" sz="1200" kern="1200" dirty="0"/>
            <a:t> The model estimates the number of parts produced per hour.</a:t>
          </a:r>
        </a:p>
      </dsp:txBody>
      <dsp:txXfrm>
        <a:off x="876953" y="1204680"/>
        <a:ext cx="1740286" cy="17740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8D717-7BB5-4F73-A278-E36C60AFA1F2}">
      <dsp:nvSpPr>
        <dsp:cNvPr id="0" name=""/>
        <dsp:cNvSpPr/>
      </dsp:nvSpPr>
      <dsp:spPr>
        <a:xfrm>
          <a:off x="321278" y="26"/>
          <a:ext cx="1614610" cy="5175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📈Residual Plot</a:t>
          </a:r>
        </a:p>
      </dsp:txBody>
      <dsp:txXfrm>
        <a:off x="580059" y="26"/>
        <a:ext cx="1097049" cy="5175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4B145-AB86-4A7F-A50F-D1344BF6718C}">
      <dsp:nvSpPr>
        <dsp:cNvPr id="0" name=""/>
        <dsp:cNvSpPr/>
      </dsp:nvSpPr>
      <dsp:spPr>
        <a:xfrm>
          <a:off x="1524003" y="0"/>
          <a:ext cx="1821692" cy="459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📈 Actual vs Predicted Plot</a:t>
          </a:r>
        </a:p>
      </dsp:txBody>
      <dsp:txXfrm>
        <a:off x="1753884" y="0"/>
        <a:ext cx="1361930" cy="4597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2CB31-FC72-4BAA-A679-110393CA1256}">
      <dsp:nvSpPr>
        <dsp:cNvPr id="0" name=""/>
        <dsp:cNvSpPr/>
      </dsp:nvSpPr>
      <dsp:spPr>
        <a:xfrm rot="10800000">
          <a:off x="1440841" y="2053"/>
          <a:ext cx="5006534" cy="719189"/>
        </a:xfrm>
        <a:prstGeom prst="homePlat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Selected Features</a:t>
          </a:r>
          <a:br>
            <a:rPr lang="en-IN" sz="1400" b="0" i="0" kern="1200"/>
          </a:br>
          <a:r>
            <a:rPr lang="en-IN" sz="1400" b="0" i="0" kern="1200"/>
            <a:t>➡️ Input variables prepared for model training.</a:t>
          </a:r>
          <a:endParaRPr lang="en-IN" sz="1400" kern="1200"/>
        </a:p>
      </dsp:txBody>
      <dsp:txXfrm rot="10800000">
        <a:off x="1620638" y="2053"/>
        <a:ext cx="4826737" cy="719189"/>
      </dsp:txXfrm>
    </dsp:sp>
    <dsp:sp modelId="{A19251C3-97E1-4428-8D7F-B733B760B585}">
      <dsp:nvSpPr>
        <dsp:cNvPr id="0" name=""/>
        <dsp:cNvSpPr/>
      </dsp:nvSpPr>
      <dsp:spPr>
        <a:xfrm>
          <a:off x="1081247" y="2053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7423E-9D20-4664-9D41-574D6161B6AC}">
      <dsp:nvSpPr>
        <dsp:cNvPr id="0" name=""/>
        <dsp:cNvSpPr/>
      </dsp:nvSpPr>
      <dsp:spPr>
        <a:xfrm rot="10800000">
          <a:off x="1440841" y="935926"/>
          <a:ext cx="5006534" cy="719189"/>
        </a:xfrm>
        <a:prstGeom prst="homePlate">
          <a:avLst/>
        </a:prstGeom>
        <a:solidFill>
          <a:schemeClr val="accent1">
            <a:shade val="80000"/>
            <a:hueOff val="-8899"/>
            <a:satOff val="-11747"/>
            <a:lumOff val="876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Linear Regression Algorithm</a:t>
          </a:r>
          <a:br>
            <a:rPr lang="en-IN" sz="1400" b="0" i="0" kern="1200"/>
          </a:br>
          <a:r>
            <a:rPr lang="en-IN" sz="1400" b="0" i="0" kern="1200"/>
            <a:t>➡️ Learns the relationship between inputs and production output.</a:t>
          </a:r>
          <a:endParaRPr lang="en-IN" sz="1400" kern="1200"/>
        </a:p>
      </dsp:txBody>
      <dsp:txXfrm rot="10800000">
        <a:off x="1620638" y="935926"/>
        <a:ext cx="4826737" cy="719189"/>
      </dsp:txXfrm>
    </dsp:sp>
    <dsp:sp modelId="{20646AA6-8317-4ABE-A4CF-4CF408C6E93E}">
      <dsp:nvSpPr>
        <dsp:cNvPr id="0" name=""/>
        <dsp:cNvSpPr/>
      </dsp:nvSpPr>
      <dsp:spPr>
        <a:xfrm>
          <a:off x="1081247" y="935926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FC6CD-56BA-496F-A6EF-F44C478F2B9D}">
      <dsp:nvSpPr>
        <dsp:cNvPr id="0" name=""/>
        <dsp:cNvSpPr/>
      </dsp:nvSpPr>
      <dsp:spPr>
        <a:xfrm rot="10800000">
          <a:off x="1440841" y="1869799"/>
          <a:ext cx="5006534" cy="719189"/>
        </a:xfrm>
        <a:prstGeom prst="homePlate">
          <a:avLst/>
        </a:prstGeom>
        <a:solidFill>
          <a:schemeClr val="accent1">
            <a:shade val="80000"/>
            <a:hueOff val="-17797"/>
            <a:satOff val="-23495"/>
            <a:lumOff val="1752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Model Training</a:t>
          </a:r>
          <a:br>
            <a:rPr lang="en-IN" sz="1400" b="0" i="0" kern="1200"/>
          </a:br>
          <a:r>
            <a:rPr lang="en-IN" sz="1400" b="0" i="0" kern="1200"/>
            <a:t>➡️ Fits the best regression line using historical manufacturing data.</a:t>
          </a:r>
          <a:endParaRPr lang="en-IN" sz="1400" kern="1200"/>
        </a:p>
      </dsp:txBody>
      <dsp:txXfrm rot="10800000">
        <a:off x="1620638" y="1869799"/>
        <a:ext cx="4826737" cy="719189"/>
      </dsp:txXfrm>
    </dsp:sp>
    <dsp:sp modelId="{306B982B-FBBB-4236-AC22-D8D3FC496FF6}">
      <dsp:nvSpPr>
        <dsp:cNvPr id="0" name=""/>
        <dsp:cNvSpPr/>
      </dsp:nvSpPr>
      <dsp:spPr>
        <a:xfrm>
          <a:off x="1081247" y="1869799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35497-A93F-4943-9D2B-C851BB6905E7}">
      <dsp:nvSpPr>
        <dsp:cNvPr id="0" name=""/>
        <dsp:cNvSpPr/>
      </dsp:nvSpPr>
      <dsp:spPr>
        <a:xfrm rot="10800000">
          <a:off x="1440841" y="2803672"/>
          <a:ext cx="5006534" cy="719189"/>
        </a:xfrm>
        <a:prstGeom prst="homePlate">
          <a:avLst/>
        </a:prstGeom>
        <a:solidFill>
          <a:schemeClr val="accent1">
            <a:shade val="80000"/>
            <a:hueOff val="-26696"/>
            <a:satOff val="-35242"/>
            <a:lumOff val="2628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Trained Model</a:t>
          </a:r>
          <a:br>
            <a:rPr lang="en-IN" sz="1400" b="0" i="0" kern="1200"/>
          </a:br>
          <a:r>
            <a:rPr lang="en-IN" sz="1400" b="0" i="0" kern="1200"/>
            <a:t>➡️ Generates a prediction model based on learned patterns.</a:t>
          </a:r>
          <a:endParaRPr lang="en-IN" sz="1400" kern="1200"/>
        </a:p>
      </dsp:txBody>
      <dsp:txXfrm rot="10800000">
        <a:off x="1620638" y="2803672"/>
        <a:ext cx="4826737" cy="719189"/>
      </dsp:txXfrm>
    </dsp:sp>
    <dsp:sp modelId="{99BDD16E-D50F-445C-9835-46CFF9A6B589}">
      <dsp:nvSpPr>
        <dsp:cNvPr id="0" name=""/>
        <dsp:cNvSpPr/>
      </dsp:nvSpPr>
      <dsp:spPr>
        <a:xfrm>
          <a:off x="1081247" y="2803672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35067-1DB3-4BC5-98FF-9D175F3F9632}">
      <dsp:nvSpPr>
        <dsp:cNvPr id="0" name=""/>
        <dsp:cNvSpPr/>
      </dsp:nvSpPr>
      <dsp:spPr>
        <a:xfrm rot="10800000">
          <a:off x="1440841" y="3737544"/>
          <a:ext cx="5006534" cy="719189"/>
        </a:xfrm>
        <a:prstGeom prst="homePlate">
          <a:avLst/>
        </a:prstGeom>
        <a:solidFill>
          <a:schemeClr val="accent1">
            <a:shade val="80000"/>
            <a:hueOff val="-35594"/>
            <a:satOff val="-46990"/>
            <a:lumOff val="3504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Model Saved (.pkl File)</a:t>
          </a:r>
          <a:br>
            <a:rPr lang="en-IN" sz="1400" b="0" i="0" kern="1200"/>
          </a:br>
          <a:r>
            <a:rPr lang="en-IN" sz="1400" b="0" i="0" kern="1200"/>
            <a:t>➡️ Stores the trained model for future deployment and predictions.</a:t>
          </a:r>
          <a:endParaRPr lang="en-IN" sz="1400" kern="1200"/>
        </a:p>
      </dsp:txBody>
      <dsp:txXfrm rot="10800000">
        <a:off x="1620638" y="3737544"/>
        <a:ext cx="4826737" cy="719189"/>
      </dsp:txXfrm>
    </dsp:sp>
    <dsp:sp modelId="{0C65355E-ADF2-41A6-923F-B2B3C48CB2E0}">
      <dsp:nvSpPr>
        <dsp:cNvPr id="0" name=""/>
        <dsp:cNvSpPr/>
      </dsp:nvSpPr>
      <dsp:spPr>
        <a:xfrm>
          <a:off x="1081247" y="3737544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D9EE6-932D-49C1-AC57-BC15FFCFBB8D}">
      <dsp:nvSpPr>
        <dsp:cNvPr id="0" name=""/>
        <dsp:cNvSpPr/>
      </dsp:nvSpPr>
      <dsp:spPr>
        <a:xfrm>
          <a:off x="1034703" y="3007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Testing Data</a:t>
          </a:r>
          <a:br>
            <a:rPr lang="en-IN" sz="900" kern="1200"/>
          </a:br>
          <a:r>
            <a:rPr lang="en-IN" sz="900" kern="1200"/>
            <a:t> Used unseen data to evaluate model performance.</a:t>
          </a:r>
        </a:p>
      </dsp:txBody>
      <dsp:txXfrm>
        <a:off x="1455102" y="3007"/>
        <a:ext cx="1261198" cy="840798"/>
      </dsp:txXfrm>
    </dsp:sp>
    <dsp:sp modelId="{17B5BBF4-C42A-4E33-BB2D-EAE2E40848C8}">
      <dsp:nvSpPr>
        <dsp:cNvPr id="0" name=""/>
        <dsp:cNvSpPr/>
      </dsp:nvSpPr>
      <dsp:spPr>
        <a:xfrm>
          <a:off x="1034703" y="961518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Generate Predictions</a:t>
          </a:r>
          <a:br>
            <a:rPr lang="en-IN" sz="900" kern="1200"/>
          </a:br>
          <a:r>
            <a:rPr lang="en-IN" sz="900" kern="1200"/>
            <a:t> Model predicts manufacturing output values.</a:t>
          </a:r>
        </a:p>
      </dsp:txBody>
      <dsp:txXfrm>
        <a:off x="1455102" y="961518"/>
        <a:ext cx="1261198" cy="840798"/>
      </dsp:txXfrm>
    </dsp:sp>
    <dsp:sp modelId="{F7CFFBC5-5A00-4C19-88A8-8417EA2E250C}">
      <dsp:nvSpPr>
        <dsp:cNvPr id="0" name=""/>
        <dsp:cNvSpPr/>
      </dsp:nvSpPr>
      <dsp:spPr>
        <a:xfrm>
          <a:off x="1034703" y="1920028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Compare with Actual Output</a:t>
          </a:r>
          <a:br>
            <a:rPr lang="en-IN" sz="900" kern="1200"/>
          </a:br>
          <a:r>
            <a:rPr lang="en-IN" sz="900" kern="1200"/>
            <a:t>Predicted values are compared with real values.</a:t>
          </a:r>
        </a:p>
      </dsp:txBody>
      <dsp:txXfrm>
        <a:off x="1455102" y="1920028"/>
        <a:ext cx="1261198" cy="840798"/>
      </dsp:txXfrm>
    </dsp:sp>
    <dsp:sp modelId="{E871EF9F-91D4-4D33-9060-23E0FA9A3402}">
      <dsp:nvSpPr>
        <dsp:cNvPr id="0" name=""/>
        <dsp:cNvSpPr/>
      </dsp:nvSpPr>
      <dsp:spPr>
        <a:xfrm>
          <a:off x="1034703" y="2878539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Calculate Metrics (MAE, MSE, R²)</a:t>
          </a:r>
          <a:br>
            <a:rPr lang="en-IN" sz="900" kern="1200"/>
          </a:br>
          <a:r>
            <a:rPr lang="en-IN" sz="900" kern="1200"/>
            <a:t> Quantifies prediction accuracy and model quality.</a:t>
          </a:r>
        </a:p>
      </dsp:txBody>
      <dsp:txXfrm>
        <a:off x="1455102" y="2878539"/>
        <a:ext cx="1261198" cy="840798"/>
      </dsp:txXfrm>
    </dsp:sp>
    <dsp:sp modelId="{B7C0C82D-B7D9-4126-B14C-E67508DAE636}">
      <dsp:nvSpPr>
        <dsp:cNvPr id="0" name=""/>
        <dsp:cNvSpPr/>
      </dsp:nvSpPr>
      <dsp:spPr>
        <a:xfrm>
          <a:off x="1034703" y="3837049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Performance Assessment</a:t>
          </a:r>
          <a:br>
            <a:rPr lang="en-IN" sz="900" kern="1200"/>
          </a:br>
          <a:r>
            <a:rPr lang="en-IN" sz="900" kern="1200"/>
            <a:t>Confirms model reliability and effectiveness.</a:t>
          </a:r>
        </a:p>
      </dsp:txBody>
      <dsp:txXfrm>
        <a:off x="1455102" y="3837049"/>
        <a:ext cx="1261198" cy="8407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C0CCB-4A53-44B8-931F-CD21B33A544E}">
      <dsp:nvSpPr>
        <dsp:cNvPr id="0" name=""/>
        <dsp:cNvSpPr/>
      </dsp:nvSpPr>
      <dsp:spPr>
        <a:xfrm>
          <a:off x="0" y="5200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Deployed the trained Linear Regression model using </a:t>
          </a:r>
          <a:r>
            <a:rPr lang="en-IN" sz="1700" b="1" kern="1200"/>
            <a:t>FastAPI</a:t>
          </a:r>
          <a:r>
            <a:rPr lang="en-IN" sz="1700" kern="1200"/>
            <a:t>. </a:t>
          </a:r>
        </a:p>
      </dsp:txBody>
      <dsp:txXfrm>
        <a:off x="33012" y="38212"/>
        <a:ext cx="5707759" cy="610236"/>
      </dsp:txXfrm>
    </dsp:sp>
    <dsp:sp modelId="{733FCCE5-AFCE-46C2-A43D-2CCE512325CA}">
      <dsp:nvSpPr>
        <dsp:cNvPr id="0" name=""/>
        <dsp:cNvSpPr/>
      </dsp:nvSpPr>
      <dsp:spPr>
        <a:xfrm>
          <a:off x="0" y="730420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Created REST API endpoints for real-time predictions. </a:t>
          </a:r>
          <a:r>
            <a:rPr lang="en-IN" sz="1700" b="1" kern="1200"/>
            <a:t>GET (/)</a:t>
          </a:r>
          <a:r>
            <a:rPr lang="en-IN" sz="1700" kern="1200"/>
            <a:t> endpoint verifies API availability.</a:t>
          </a:r>
        </a:p>
      </dsp:txBody>
      <dsp:txXfrm>
        <a:off x="33012" y="763432"/>
        <a:ext cx="5707759" cy="610236"/>
      </dsp:txXfrm>
    </dsp:sp>
    <dsp:sp modelId="{98A20FDE-60D4-48A7-963F-AC2F1C5E0EBD}">
      <dsp:nvSpPr>
        <dsp:cNvPr id="0" name=""/>
        <dsp:cNvSpPr/>
      </dsp:nvSpPr>
      <dsp:spPr>
        <a:xfrm>
          <a:off x="0" y="1455640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POST (/predict)</a:t>
          </a:r>
          <a:r>
            <a:rPr lang="en-IN" sz="1700" kern="1200"/>
            <a:t> endpoint receives manufacturing parameters and returns predicted output.</a:t>
          </a:r>
        </a:p>
      </dsp:txBody>
      <dsp:txXfrm>
        <a:off x="33012" y="1488652"/>
        <a:ext cx="5707759" cy="610236"/>
      </dsp:txXfrm>
    </dsp:sp>
    <dsp:sp modelId="{4A0FB46D-E04F-4831-B0D6-C2387589C59D}">
      <dsp:nvSpPr>
        <dsp:cNvPr id="0" name=""/>
        <dsp:cNvSpPr/>
      </dsp:nvSpPr>
      <dsp:spPr>
        <a:xfrm>
          <a:off x="0" y="2180861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Containerized the application using </a:t>
          </a:r>
          <a:r>
            <a:rPr lang="en-IN" sz="1700" b="1" kern="1200" dirty="0"/>
            <a:t>Docker</a:t>
          </a:r>
          <a:r>
            <a:rPr lang="en-IN" sz="1700" kern="1200" dirty="0"/>
            <a:t>. </a:t>
          </a:r>
        </a:p>
      </dsp:txBody>
      <dsp:txXfrm>
        <a:off x="33012" y="2213873"/>
        <a:ext cx="5707759" cy="6102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6EE4C-BE0C-4FEA-939D-50A56BC4C68A}">
      <dsp:nvSpPr>
        <dsp:cNvPr id="0" name=""/>
        <dsp:cNvSpPr/>
      </dsp:nvSpPr>
      <dsp:spPr>
        <a:xfrm>
          <a:off x="41433" y="71"/>
          <a:ext cx="1380172" cy="5520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🖥️ Output</a:t>
          </a:r>
        </a:p>
      </dsp:txBody>
      <dsp:txXfrm>
        <a:off x="317468" y="71"/>
        <a:ext cx="828103" cy="5520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C5837-561A-4DAF-ABF6-FA6251525879}">
      <dsp:nvSpPr>
        <dsp:cNvPr id="0" name=""/>
        <dsp:cNvSpPr/>
      </dsp:nvSpPr>
      <dsp:spPr>
        <a:xfrm>
          <a:off x="0" y="6897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Reduced wastage</a:t>
          </a:r>
          <a:endParaRPr lang="en-IN" sz="1600" kern="1200"/>
        </a:p>
      </dsp:txBody>
      <dsp:txXfrm>
        <a:off x="18734" y="87713"/>
        <a:ext cx="6307792" cy="346292"/>
      </dsp:txXfrm>
    </dsp:sp>
    <dsp:sp modelId="{B9C380BA-A284-4A3B-A447-069E28B760B8}">
      <dsp:nvSpPr>
        <dsp:cNvPr id="0" name=""/>
        <dsp:cNvSpPr/>
      </dsp:nvSpPr>
      <dsp:spPr>
        <a:xfrm>
          <a:off x="0" y="49881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Improved efficiency</a:t>
          </a:r>
          <a:endParaRPr lang="en-IN" sz="1600" kern="1200"/>
        </a:p>
      </dsp:txBody>
      <dsp:txXfrm>
        <a:off x="18734" y="517553"/>
        <a:ext cx="6307792" cy="346292"/>
      </dsp:txXfrm>
    </dsp:sp>
    <dsp:sp modelId="{6AF970E4-F299-41A2-B5A5-B0AFCD2F4E6C}">
      <dsp:nvSpPr>
        <dsp:cNvPr id="0" name=""/>
        <dsp:cNvSpPr/>
      </dsp:nvSpPr>
      <dsp:spPr>
        <a:xfrm>
          <a:off x="0" y="92865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Data-driven decision making</a:t>
          </a:r>
          <a:endParaRPr lang="en-IN" sz="1600" kern="1200"/>
        </a:p>
      </dsp:txBody>
      <dsp:txXfrm>
        <a:off x="18734" y="947393"/>
        <a:ext cx="6307792" cy="346292"/>
      </dsp:txXfrm>
    </dsp:sp>
    <dsp:sp modelId="{AC78C251-ECE6-4F54-80BC-0830443C3FEC}">
      <dsp:nvSpPr>
        <dsp:cNvPr id="0" name=""/>
        <dsp:cNvSpPr/>
      </dsp:nvSpPr>
      <dsp:spPr>
        <a:xfrm>
          <a:off x="0" y="135849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Production Data Analysis</a:t>
          </a:r>
          <a:endParaRPr lang="en-IN" sz="1600" kern="1200"/>
        </a:p>
      </dsp:txBody>
      <dsp:txXfrm>
        <a:off x="18734" y="1377233"/>
        <a:ext cx="6307792" cy="346292"/>
      </dsp:txXfrm>
    </dsp:sp>
    <dsp:sp modelId="{B26F9C7E-1173-4280-B386-A33064119809}">
      <dsp:nvSpPr>
        <dsp:cNvPr id="0" name=""/>
        <dsp:cNvSpPr/>
      </dsp:nvSpPr>
      <dsp:spPr>
        <a:xfrm>
          <a:off x="0" y="178833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Output Prediction</a:t>
          </a:r>
          <a:endParaRPr lang="en-IN" sz="1600" kern="1200"/>
        </a:p>
      </dsp:txBody>
      <dsp:txXfrm>
        <a:off x="18734" y="1807073"/>
        <a:ext cx="6307792" cy="346292"/>
      </dsp:txXfrm>
    </dsp:sp>
    <dsp:sp modelId="{0F560B11-3C27-4E40-BF9B-5466E8783446}">
      <dsp:nvSpPr>
        <dsp:cNvPr id="0" name=""/>
        <dsp:cNvSpPr/>
      </dsp:nvSpPr>
      <dsp:spPr>
        <a:xfrm>
          <a:off x="0" y="221817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Better Planning &amp; Scheduling</a:t>
          </a:r>
          <a:endParaRPr lang="en-IN" sz="1600" kern="1200"/>
        </a:p>
      </dsp:txBody>
      <dsp:txXfrm>
        <a:off x="18734" y="2236913"/>
        <a:ext cx="6307792" cy="346292"/>
      </dsp:txXfrm>
    </dsp:sp>
    <dsp:sp modelId="{5E3C2F32-3DF7-49C1-A838-7B1271D4B895}">
      <dsp:nvSpPr>
        <dsp:cNvPr id="0" name=""/>
        <dsp:cNvSpPr/>
      </dsp:nvSpPr>
      <dsp:spPr>
        <a:xfrm>
          <a:off x="0" y="264801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Improved Equipment Utilization</a:t>
          </a:r>
          <a:endParaRPr lang="en-IN" sz="1600" kern="1200"/>
        </a:p>
      </dsp:txBody>
      <dsp:txXfrm>
        <a:off x="18734" y="2666753"/>
        <a:ext cx="6307792" cy="346292"/>
      </dsp:txXfrm>
    </dsp:sp>
    <dsp:sp modelId="{FEF80101-0362-4C35-9CD3-C254366C5A2A}">
      <dsp:nvSpPr>
        <dsp:cNvPr id="0" name=""/>
        <dsp:cNvSpPr/>
      </dsp:nvSpPr>
      <dsp:spPr>
        <a:xfrm>
          <a:off x="0" y="307785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Higher Productivity &amp; Cost Efficiency</a:t>
          </a:r>
          <a:endParaRPr lang="en-IN" sz="1600" kern="1200"/>
        </a:p>
      </dsp:txBody>
      <dsp:txXfrm>
        <a:off x="18734" y="3096593"/>
        <a:ext cx="630779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8C3B0-D4BE-4EED-92A9-904C2D7DED3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29DE4-EAFD-4950-9023-E6C978EA8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1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29DE4-EAFD-4950-9023-E6C978EA89F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32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29DE4-EAFD-4950-9023-E6C978EA89F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61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7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6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8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3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4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3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7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95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45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70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89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64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58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2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microsoft.com/office/2007/relationships/diagramDrawing" Target="../diagrams/drawing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diagramColors" Target="../diagrams/colors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11" Type="http://schemas.openxmlformats.org/officeDocument/2006/relationships/diagramQuickStyle" Target="../diagrams/quickStyle8.xml"/><Relationship Id="rId5" Type="http://schemas.openxmlformats.org/officeDocument/2006/relationships/diagramQuickStyle" Target="../diagrams/quickStyle7.xml"/><Relationship Id="rId10" Type="http://schemas.openxmlformats.org/officeDocument/2006/relationships/diagramLayout" Target="../diagrams/layout8.xml"/><Relationship Id="rId4" Type="http://schemas.openxmlformats.org/officeDocument/2006/relationships/diagramLayout" Target="../diagrams/layout7.xml"/><Relationship Id="rId9" Type="http://schemas.openxmlformats.org/officeDocument/2006/relationships/diagramData" Target="../diagrams/data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7255" y="803487"/>
            <a:ext cx="5826719" cy="906780"/>
          </a:xfrm>
        </p:spPr>
        <p:txBody>
          <a:bodyPr/>
          <a:lstStyle/>
          <a:p>
            <a:r>
              <a:rPr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1913021"/>
            <a:ext cx="6208668" cy="4800199"/>
          </a:xfrm>
        </p:spPr>
        <p:txBody>
          <a:bodyPr>
            <a:normAutofit/>
          </a:bodyPr>
          <a:lstStyle/>
          <a:p>
            <a:r>
              <a:rPr sz="2000" b="1" dirty="0"/>
              <a:t>Manufacturing Equipment Output Prediction with Linear Regression</a:t>
            </a:r>
          </a:p>
          <a:p>
            <a:endParaRPr lang="en-US" b="1" dirty="0"/>
          </a:p>
          <a:p>
            <a:r>
              <a:rPr lang="en-IN" sz="2000" b="1" dirty="0"/>
              <a:t>Team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T160500102 – Shraddha Dhore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T160500102- Shreya Deshmukh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T160500141 –Pragati </a:t>
            </a:r>
            <a:r>
              <a:rPr lang="en-IN" sz="2000" b="1" dirty="0" err="1"/>
              <a:t>Bhambere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T160500131 – Prachi </a:t>
            </a:r>
            <a:r>
              <a:rPr lang="en-IN" sz="2000" b="1" dirty="0" err="1"/>
              <a:t>Phad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T160500127 – Nandita </a:t>
            </a:r>
            <a:r>
              <a:rPr lang="en-IN" sz="2000" b="1" dirty="0" err="1"/>
              <a:t>nakat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T160500135 – Prathamesh Raut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6345260" cy="402481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Problem Statement</a:t>
            </a:r>
          </a:p>
          <a:p>
            <a:r>
              <a:rPr lang="en-US" dirty="0"/>
              <a:t>Overview of the Project </a:t>
            </a:r>
            <a:endParaRPr dirty="0"/>
          </a:p>
          <a:p>
            <a:r>
              <a:rPr lang="en-US" dirty="0"/>
              <a:t>Methodology </a:t>
            </a:r>
            <a:endParaRPr dirty="0"/>
          </a:p>
          <a:p>
            <a:r>
              <a:rPr lang="en-US" dirty="0"/>
              <a:t>Data Collection and Loading</a:t>
            </a:r>
            <a:endParaRPr dirty="0"/>
          </a:p>
          <a:p>
            <a:r>
              <a:rPr lang="en-US" dirty="0"/>
              <a:t>Data </a:t>
            </a:r>
            <a:r>
              <a:rPr dirty="0"/>
              <a:t>Preprocessing</a:t>
            </a:r>
          </a:p>
          <a:p>
            <a:r>
              <a:rPr lang="en-US" dirty="0"/>
              <a:t>Exploratory data Analysis</a:t>
            </a:r>
            <a:endParaRPr dirty="0"/>
          </a:p>
          <a:p>
            <a:r>
              <a:rPr lang="en-US" dirty="0"/>
              <a:t>Feature Engineering</a:t>
            </a:r>
            <a:endParaRPr dirty="0"/>
          </a:p>
          <a:p>
            <a:r>
              <a:rPr lang="en-US" dirty="0"/>
              <a:t>Model Training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Deployment using </a:t>
            </a:r>
            <a:r>
              <a:rPr lang="en-US" dirty="0" err="1"/>
              <a:t>FatsAPI</a:t>
            </a:r>
            <a:r>
              <a:rPr lang="en-US" dirty="0"/>
              <a:t> and Docker</a:t>
            </a:r>
          </a:p>
          <a:p>
            <a:r>
              <a:rPr lang="en-US" dirty="0"/>
              <a:t>Business Impact</a:t>
            </a:r>
          </a:p>
          <a:p>
            <a:r>
              <a:rPr lang="en-US" dirty="0"/>
              <a:t>Future Scope</a:t>
            </a:r>
            <a:endParaRPr dirty="0"/>
          </a:p>
          <a:p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7724106" cy="3530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objective of this project is to predict the hourly output of manufacturing equipment using machine operating parameters. </a:t>
            </a:r>
          </a:p>
          <a:p>
            <a:r>
              <a:rPr lang="en-US" dirty="0"/>
              <a:t>By applying Linear Regression, the system can estimate the number of parts produced per hour and help identify optimal operating conditions.</a:t>
            </a:r>
          </a:p>
          <a:p>
            <a:r>
              <a:rPr lang="en-US" dirty="0"/>
              <a:t>Objectives Predict manufacturing output accurately.</a:t>
            </a:r>
          </a:p>
          <a:p>
            <a:r>
              <a:rPr lang="en-US" dirty="0"/>
              <a:t>Identify factors affecting machine productivity.</a:t>
            </a:r>
          </a:p>
          <a:p>
            <a:r>
              <a:rPr lang="en-US" dirty="0"/>
              <a:t>Optimize machine settings for improved efficiency.</a:t>
            </a:r>
          </a:p>
          <a:p>
            <a:r>
              <a:rPr lang="en-US" dirty="0"/>
              <a:t>Reduce production losses and downtime.</a:t>
            </a:r>
          </a:p>
          <a:p>
            <a:r>
              <a:rPr lang="en-US" dirty="0"/>
              <a:t>Support data-driven decision-making in manufacturing.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D406-F459-4299-04C7-3D332127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8E9A0-A9F3-ED17-46B6-C23CD857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2255521"/>
            <a:ext cx="8403772" cy="376428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This project predicts the hourly output of manufacturing equipment using the </a:t>
            </a:r>
            <a:r>
              <a:rPr lang="en-IN" b="1" dirty="0"/>
              <a:t>Linear Regression</a:t>
            </a:r>
            <a:r>
              <a:rPr lang="en-IN" dirty="0"/>
              <a:t> algorithm. It utilizes machine-related parameters and production data to estimate equipment performance.</a:t>
            </a:r>
          </a:p>
          <a:p>
            <a:endParaRPr lang="en-IN" dirty="0"/>
          </a:p>
          <a:p>
            <a:r>
              <a:rPr lang="en-IN" dirty="0"/>
              <a:t>The project includes data preprocessing, exploratory data analysis </a:t>
            </a:r>
            <a:r>
              <a:rPr lang="en-IN" b="1" dirty="0"/>
              <a:t>(EDA), </a:t>
            </a:r>
            <a:r>
              <a:rPr lang="en-IN" dirty="0"/>
              <a:t>feature engineering, model training, evaluation, and deployment using </a:t>
            </a:r>
            <a:r>
              <a:rPr lang="en-IN" b="1" dirty="0" err="1"/>
              <a:t>FatsAPI</a:t>
            </a:r>
            <a:r>
              <a:rPr lang="en-IN" b="1" dirty="0"/>
              <a:t> and Docker</a:t>
            </a:r>
            <a:r>
              <a:rPr lang="en-IN" dirty="0"/>
              <a:t>. Model performance is measured using </a:t>
            </a:r>
            <a:r>
              <a:rPr lang="en-IN" b="1" dirty="0"/>
              <a:t>MAE, MSE, and R² Score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 solution enables real-time production output prediction, helping improve operational efficiency and manufacturing decision-making.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0939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8CD4CC-08D1-39FD-3600-977BE4619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536542"/>
              </p:ext>
            </p:extLst>
          </p:nvPr>
        </p:nvGraphicFramePr>
        <p:xfrm>
          <a:off x="1398143" y="1804737"/>
          <a:ext cx="6347714" cy="5053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A12A5BA-E8A0-F042-EDA8-95B70114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1" y="822596"/>
            <a:ext cx="6345260" cy="709865"/>
          </a:xfrm>
        </p:spPr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63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Loading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41621"/>
            <a:ext cx="8293769" cy="4283242"/>
          </a:xfrm>
        </p:spPr>
        <p:txBody>
          <a:bodyPr>
            <a:normAutofit/>
          </a:bodyPr>
          <a:lstStyle/>
          <a:p>
            <a:r>
              <a:rPr lang="en-US" dirty="0"/>
              <a:t>Historical manufacturing equipment data was collected and used to train a Linear Regression model. </a:t>
            </a:r>
          </a:p>
          <a:p>
            <a:r>
              <a:rPr lang="en-US" dirty="0"/>
              <a:t>The trained model was saved as Linear Regression Model </a:t>
            </a:r>
            <a:r>
              <a:rPr lang="en-US" dirty="0" err="1"/>
              <a:t>pkI</a:t>
            </a:r>
            <a:r>
              <a:rPr lang="en-US" dirty="0"/>
              <a:t> using the </a:t>
            </a:r>
            <a:r>
              <a:rPr lang="en-US" dirty="0" err="1"/>
              <a:t>Joblib</a:t>
            </a:r>
            <a:r>
              <a:rPr lang="en-US" dirty="0"/>
              <a:t> library. In the application, this pre-trained model is loaded at</a:t>
            </a:r>
          </a:p>
          <a:p>
            <a:r>
              <a:rPr lang="en-US" dirty="0"/>
              <a:t> startup using Python</a:t>
            </a:r>
          </a:p>
          <a:p>
            <a:r>
              <a:rPr lang="en-US" dirty="0"/>
              <a:t>model = </a:t>
            </a:r>
            <a:r>
              <a:rPr lang="en-US" dirty="0" err="1"/>
              <a:t>joblib.load</a:t>
            </a:r>
            <a:r>
              <a:rPr lang="en-US" dirty="0"/>
              <a:t>("</a:t>
            </a:r>
            <a:r>
              <a:rPr lang="en-US" dirty="0" err="1"/>
              <a:t>linear_regression_model.pkl</a:t>
            </a:r>
            <a:r>
              <a:rPr lang="en-US" dirty="0"/>
              <a:t>")</a:t>
            </a:r>
          </a:p>
          <a:p>
            <a:r>
              <a:rPr lang="en-US" dirty="0"/>
              <a:t>This allows the API to use the already trained model for prediction without retraining it every time.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2BBA-1334-2FBE-0978-21079005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3" y="4815841"/>
            <a:ext cx="6422002" cy="525779"/>
          </a:xfrm>
        </p:spPr>
        <p:txBody>
          <a:bodyPr>
            <a:normAutofit/>
          </a:bodyPr>
          <a:lstStyle/>
          <a:p>
            <a:r>
              <a:rPr lang="en-IN" dirty="0"/>
              <a:t>🔥 Heatmap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E18CF83-1002-A20C-72C5-E69E6701290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98" t="1" r="698" b="-7770"/>
          <a:stretch>
            <a:fillRect/>
          </a:stretch>
        </p:blipFill>
        <p:spPr>
          <a:xfrm>
            <a:off x="866775" y="121920"/>
            <a:ext cx="6421438" cy="505097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B74EC-18B2-B968-57F2-696EF72BB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Displays relationships between manufacturing features and production output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5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dirty="0"/>
              <a:t>Data</a:t>
            </a:r>
            <a:r>
              <a:rPr lang="en-US" dirty="0"/>
              <a:t> Preprocessing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382253"/>
            <a:ext cx="7026275" cy="3934326"/>
          </a:xfrm>
        </p:spPr>
        <p:txBody>
          <a:bodyPr>
            <a:normAutofit/>
          </a:bodyPr>
          <a:lstStyle/>
          <a:p>
            <a:r>
              <a:rPr lang="en-US" dirty="0"/>
              <a:t>Before training the model, the collected manufacturing data was preprocessed to ensure consistency and accuracy. </a:t>
            </a:r>
          </a:p>
          <a:p>
            <a:r>
              <a:rPr lang="en-US" dirty="0"/>
              <a:t>Missing values and inconsistencies were handled, and the input features were converted into numerical format.</a:t>
            </a:r>
          </a:p>
          <a:p>
            <a:r>
              <a:rPr lang="en-US" dirty="0"/>
              <a:t> During prediction, the user-provided feature values are converted into a NumPy array and reshaped into the format required by the model:</a:t>
            </a:r>
          </a:p>
          <a:p>
            <a:r>
              <a:rPr lang="en-US" dirty="0"/>
              <a:t>This preprocessing ensures that the input matches the format expected by the Linear Regression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B790E-A238-6797-EF96-828384CE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932"/>
            <a:ext cx="4641670" cy="4476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17BF8-B294-7A37-7933-EAC77A9C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0" y="978932"/>
            <a:ext cx="4336869" cy="44989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580C7E4-1517-BBD2-6909-EA90C1A5DC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5511892"/>
              </p:ext>
            </p:extLst>
          </p:nvPr>
        </p:nvGraphicFramePr>
        <p:xfrm>
          <a:off x="1105989" y="156519"/>
          <a:ext cx="2258952" cy="510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9142AD6-CC0D-ECE3-D7A6-DDD46A9442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9511412"/>
              </p:ext>
            </p:extLst>
          </p:nvPr>
        </p:nvGraphicFramePr>
        <p:xfrm>
          <a:off x="5799606" y="156519"/>
          <a:ext cx="1705064" cy="599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6B37CDF-F8E8-E9E2-28C7-E86A1EEE34B3}"/>
              </a:ext>
            </a:extLst>
          </p:cNvPr>
          <p:cNvSpPr txBox="1"/>
          <p:nvPr/>
        </p:nvSpPr>
        <p:spPr>
          <a:xfrm>
            <a:off x="386475" y="5793315"/>
            <a:ext cx="4156341" cy="800219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/>
              <a:t>Shows the distribution of manufacturing output and helps identify data patterns.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16F80-4176-BC95-EE35-DB5494CDDA32}"/>
              </a:ext>
            </a:extLst>
          </p:cNvPr>
          <p:cNvSpPr txBox="1"/>
          <p:nvPr/>
        </p:nvSpPr>
        <p:spPr>
          <a:xfrm>
            <a:off x="5244896" y="5821090"/>
            <a:ext cx="38014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Detects outliers and visualizes the spread of manufacturing parameters.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730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1279" y="8680704"/>
            <a:ext cx="6347714" cy="11768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5EBE8-9421-3A9C-55F6-BB2DEB8F0F35}"/>
              </a:ext>
            </a:extLst>
          </p:cNvPr>
          <p:cNvSpPr txBox="1"/>
          <p:nvPr/>
        </p:nvSpPr>
        <p:spPr>
          <a:xfrm>
            <a:off x="148281" y="2335427"/>
            <a:ext cx="8995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📊 Statistical Analysis → 📈 Trend Analysis →Correlation Study → ✅ Feature Selection 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78C6E559-3C6C-7675-DC85-A3B2492F8E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0144251"/>
              </p:ext>
            </p:extLst>
          </p:nvPr>
        </p:nvGraphicFramePr>
        <p:xfrm>
          <a:off x="148281" y="2804984"/>
          <a:ext cx="8664193" cy="3926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585F70-4110-0915-780F-91090BEF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403" t="-7914" r="-2423" b="-2398"/>
          <a:stretch>
            <a:fillRect/>
          </a:stretch>
        </p:blipFill>
        <p:spPr>
          <a:xfrm>
            <a:off x="1123640" y="0"/>
            <a:ext cx="7711440" cy="701040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E27A5DA-6DF8-5D88-0B26-536ABF1EB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293686"/>
              </p:ext>
            </p:extLst>
          </p:nvPr>
        </p:nvGraphicFramePr>
        <p:xfrm>
          <a:off x="62181" y="1239108"/>
          <a:ext cx="1347519" cy="564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4663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066436"/>
            <a:ext cx="6345260" cy="709865"/>
          </a:xfrm>
        </p:spPr>
        <p:txBody>
          <a:bodyPr/>
          <a:lstStyle/>
          <a:p>
            <a:r>
              <a:rPr lang="en-US" dirty="0"/>
              <a:t>Feature Engineering</a:t>
            </a:r>
            <a:endParaRPr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7DF7275-7A3E-DEEF-6208-814CE5F46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908187"/>
              </p:ext>
            </p:extLst>
          </p:nvPr>
        </p:nvGraphicFramePr>
        <p:xfrm>
          <a:off x="296091" y="2016034"/>
          <a:ext cx="8447315" cy="4781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0AAA7-40AB-4E42-B51F-586B206E3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94"/>
          <a:stretch>
            <a:fillRect/>
          </a:stretch>
        </p:blipFill>
        <p:spPr>
          <a:xfrm>
            <a:off x="74141" y="1021492"/>
            <a:ext cx="4349578" cy="4736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4F3187D-DB54-773B-CEF3-5F86C30C5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9840153"/>
              </p:ext>
            </p:extLst>
          </p:nvPr>
        </p:nvGraphicFramePr>
        <p:xfrm>
          <a:off x="659027" y="263611"/>
          <a:ext cx="2257168" cy="517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E19A81D-1196-4035-DA85-A98A99F629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46" r="5546"/>
          <a:stretch>
            <a:fillRect/>
          </a:stretch>
        </p:blipFill>
        <p:spPr>
          <a:xfrm>
            <a:off x="4662616" y="1021492"/>
            <a:ext cx="4357817" cy="4736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D526E1-DCBD-AA2D-65A2-EABFF90B8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421940"/>
              </p:ext>
            </p:extLst>
          </p:nvPr>
        </p:nvGraphicFramePr>
        <p:xfrm>
          <a:off x="4044778" y="321276"/>
          <a:ext cx="4375432" cy="459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29A9C03-ABD6-62FE-FE35-259B6EFA4AE3}"/>
              </a:ext>
            </a:extLst>
          </p:cNvPr>
          <p:cNvSpPr txBox="1"/>
          <p:nvPr/>
        </p:nvSpPr>
        <p:spPr>
          <a:xfrm>
            <a:off x="255373" y="6112475"/>
            <a:ext cx="8633254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b="1" dirty="0"/>
              <a:t>Compares actual production output with model predictions to evaluate accuracy.</a:t>
            </a:r>
          </a:p>
        </p:txBody>
      </p:sp>
    </p:spTree>
    <p:extLst>
      <p:ext uri="{BB962C8B-B14F-4D97-AF65-F5344CB8AC3E}">
        <p14:creationId xmlns:p14="http://schemas.microsoft.com/office/powerpoint/2010/main" val="3866910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C3DA-DF4E-0912-C9B1-F5D04858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using linear regression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C1ADA9-4584-0D19-1E32-E1B3D7799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837955"/>
              </p:ext>
            </p:extLst>
          </p:nvPr>
        </p:nvGraphicFramePr>
        <p:xfrm>
          <a:off x="866440" y="2281646"/>
          <a:ext cx="7528623" cy="4458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475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3C02-1041-F302-A79B-7C7FFB9A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97" y="635726"/>
            <a:ext cx="7149737" cy="1097280"/>
          </a:xfrm>
        </p:spPr>
        <p:txBody>
          <a:bodyPr/>
          <a:lstStyle/>
          <a:p>
            <a:r>
              <a:rPr lang="en-IN" dirty="0"/>
              <a:t>Model evaluation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12A5398-F0CA-B130-0116-3897876250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762303"/>
              </p:ext>
            </p:extLst>
          </p:nvPr>
        </p:nvGraphicFramePr>
        <p:xfrm>
          <a:off x="2" y="2151017"/>
          <a:ext cx="4171404" cy="4680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D41E28D-4C12-F4CD-215A-5A0D7472C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48006"/>
              </p:ext>
            </p:extLst>
          </p:nvPr>
        </p:nvGraphicFramePr>
        <p:xfrm>
          <a:off x="3492137" y="2582562"/>
          <a:ext cx="5190310" cy="3830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218">
                  <a:extLst>
                    <a:ext uri="{9D8B030D-6E8A-4147-A177-3AD203B41FA5}">
                      <a16:colId xmlns:a16="http://schemas.microsoft.com/office/drawing/2014/main" val="3066638813"/>
                    </a:ext>
                  </a:extLst>
                </a:gridCol>
                <a:gridCol w="2582092">
                  <a:extLst>
                    <a:ext uri="{9D8B030D-6E8A-4147-A177-3AD203B41FA5}">
                      <a16:colId xmlns:a16="http://schemas.microsoft.com/office/drawing/2014/main" val="3210735565"/>
                    </a:ext>
                  </a:extLst>
                </a:gridCol>
              </a:tblGrid>
              <a:tr h="766119">
                <a:tc>
                  <a:txBody>
                    <a:bodyPr/>
                    <a:lstStyle/>
                    <a:p>
                      <a:r>
                        <a:rPr lang="en-IN" dirty="0"/>
                        <a:t>            </a:t>
                      </a:r>
                    </a:p>
                    <a:p>
                      <a:r>
                        <a:rPr lang="en-IN" dirty="0"/>
                        <a:t>          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        V</a:t>
                      </a:r>
                      <a:r>
                        <a:rPr lang="en-IN" dirty="0" err="1"/>
                        <a:t>alue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616792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Mean Absolute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2.7157288381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12116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Mean Squared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12.28033510079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09692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r>
                        <a:rPr lang="en-IN" dirty="0"/>
                        <a:t>Root Mean Squared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3.5043309062921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09742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R</a:t>
                      </a:r>
                      <a:r>
                        <a:rPr lang="en-IN" dirty="0"/>
                        <a:t>2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0.905892659066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38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51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using </a:t>
            </a:r>
            <a:r>
              <a:rPr lang="en-US" dirty="0" err="1"/>
              <a:t>FatsAPI</a:t>
            </a:r>
            <a:r>
              <a:rPr lang="en-US" dirty="0"/>
              <a:t> and Docker</a:t>
            </a:r>
            <a:endParaRPr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2A7937-4F49-1FD7-1E76-981C09C9E164}"/>
              </a:ext>
            </a:extLst>
          </p:cNvPr>
          <p:cNvSpPr/>
          <p:nvPr/>
        </p:nvSpPr>
        <p:spPr>
          <a:xfrm>
            <a:off x="130628" y="2246812"/>
            <a:ext cx="3175406" cy="3971108"/>
          </a:xfrm>
          <a:custGeom>
            <a:avLst/>
            <a:gdLst>
              <a:gd name="csX0" fmla="*/ 0 w 2662732"/>
              <a:gd name="csY0" fmla="*/ 1331366 h 2662732"/>
              <a:gd name="csX1" fmla="*/ 1331366 w 2662732"/>
              <a:gd name="csY1" fmla="*/ 0 h 2662732"/>
              <a:gd name="csX2" fmla="*/ 2662732 w 2662732"/>
              <a:gd name="csY2" fmla="*/ 1331366 h 2662732"/>
              <a:gd name="csX3" fmla="*/ 1331366 w 2662732"/>
              <a:gd name="csY3" fmla="*/ 2662732 h 2662732"/>
              <a:gd name="csX4" fmla="*/ 0 w 2662732"/>
              <a:gd name="csY4" fmla="*/ 1331366 h 2662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62732" h="2662732">
                <a:moveTo>
                  <a:pt x="0" y="1331366"/>
                </a:moveTo>
                <a:cubicBezTo>
                  <a:pt x="0" y="596073"/>
                  <a:pt x="596073" y="0"/>
                  <a:pt x="1331366" y="0"/>
                </a:cubicBezTo>
                <a:cubicBezTo>
                  <a:pt x="2066659" y="0"/>
                  <a:pt x="2662732" y="596073"/>
                  <a:pt x="2662732" y="1331366"/>
                </a:cubicBezTo>
                <a:cubicBezTo>
                  <a:pt x="2662732" y="2066659"/>
                  <a:pt x="2066659" y="2662732"/>
                  <a:pt x="1331366" y="2662732"/>
                </a:cubicBezTo>
                <a:cubicBezTo>
                  <a:pt x="596073" y="2662732"/>
                  <a:pt x="0" y="2066659"/>
                  <a:pt x="0" y="1331366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410210" tIns="410210" rIns="410210" bIns="410210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🤖 </a:t>
            </a:r>
            <a:r>
              <a:rPr lang="en-IN" sz="1100" b="1" kern="1200" dirty="0"/>
              <a:t>Linear Regression Model</a:t>
            </a:r>
            <a:br>
              <a:rPr lang="en-IN" sz="1100" kern="1200" dirty="0"/>
            </a:br>
            <a:endParaRPr lang="en-IN" sz="1100" kern="1200" dirty="0"/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⚡ </a:t>
            </a:r>
            <a:r>
              <a:rPr lang="en-IN" sz="1100" b="1" kern="1200" dirty="0" err="1"/>
              <a:t>FastAPI</a:t>
            </a:r>
            <a:r>
              <a:rPr lang="en-IN" sz="1100" b="1" kern="1200" dirty="0"/>
              <a:t> Server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🐳 </a:t>
            </a:r>
            <a:r>
              <a:rPr lang="en-IN" sz="1100" b="1" kern="1200" dirty="0"/>
              <a:t>Docker Container</a:t>
            </a:r>
            <a:br>
              <a:rPr lang="en-IN" sz="1100" kern="1200" dirty="0"/>
            </a:br>
            <a:endParaRPr lang="en-IN" sz="1100" kern="1200" dirty="0"/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🌐 </a:t>
            </a:r>
            <a:r>
              <a:rPr lang="en-IN" sz="1100" b="1" kern="1200" dirty="0"/>
              <a:t>REST API</a:t>
            </a:r>
            <a:r>
              <a:rPr lang="en-IN" sz="1100" kern="1200" dirty="0"/>
              <a:t> (/, /predict)</a:t>
            </a:r>
            <a:br>
              <a:rPr lang="en-IN" sz="1100" kern="1200" dirty="0"/>
            </a:br>
            <a:endParaRPr lang="en-IN" sz="1100" kern="1200" dirty="0"/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📈 </a:t>
            </a:r>
            <a:r>
              <a:rPr lang="en-IN" sz="1100" b="1" kern="1200" dirty="0"/>
              <a:t>Manufacturing Output Prediction</a:t>
            </a:r>
            <a:endParaRPr lang="en-IN" sz="1100" kern="12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8A04CB9-FF36-5C68-71E7-BFAE22A9A2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296304"/>
              </p:ext>
            </p:extLst>
          </p:nvPr>
        </p:nvGraphicFramePr>
        <p:xfrm>
          <a:off x="3370217" y="2810751"/>
          <a:ext cx="5773783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D2121-69FE-3701-9792-A0564CDB0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17" r="2501"/>
          <a:stretch>
            <a:fillRect/>
          </a:stretch>
        </p:blipFill>
        <p:spPr>
          <a:xfrm>
            <a:off x="0" y="1470660"/>
            <a:ext cx="9090660" cy="4930140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E7D2BD7-9332-3ABD-48C5-70861AB7F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729574"/>
              </p:ext>
            </p:extLst>
          </p:nvPr>
        </p:nvGraphicFramePr>
        <p:xfrm>
          <a:off x="2407920" y="777240"/>
          <a:ext cx="1463040" cy="552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707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0D579C-626B-317F-7BBF-B27A7865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115300" cy="47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1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1BA101-2C71-F6B0-36AD-08B42353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49654"/>
            <a:ext cx="8961120" cy="516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38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40C918-9DE8-10A1-74F4-81F737ABB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73479"/>
              </p:ext>
            </p:extLst>
          </p:nvPr>
        </p:nvGraphicFramePr>
        <p:xfrm>
          <a:off x="866441" y="2489201"/>
          <a:ext cx="6345260" cy="3530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IoT Integration</a:t>
            </a:r>
          </a:p>
          <a:p>
            <a:r>
              <a:rPr dirty="0"/>
              <a:t>Real-time sensor data</a:t>
            </a:r>
          </a:p>
          <a:p>
            <a:r>
              <a:rPr dirty="0"/>
              <a:t>Advanced ML models</a:t>
            </a:r>
          </a:p>
          <a:p>
            <a:r>
              <a:rPr dirty="0"/>
              <a:t>Predictive maintenance</a:t>
            </a:r>
            <a:endParaRPr lang="en-US" dirty="0"/>
          </a:p>
          <a:p>
            <a:r>
              <a:rPr lang="en-IN" dirty="0"/>
              <a:t>Smart Production Monitorin</a:t>
            </a:r>
          </a:p>
          <a:p>
            <a:r>
              <a:rPr lang="en-IN" dirty="0"/>
              <a:t>Industry 4.0 Manufacturing System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1DEB0-6990-0249-832E-38DB34D0C9B4}"/>
              </a:ext>
            </a:extLst>
          </p:cNvPr>
          <p:cNvSpPr txBox="1"/>
          <p:nvPr/>
        </p:nvSpPr>
        <p:spPr>
          <a:xfrm>
            <a:off x="1040675" y="364375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0" y="2489201"/>
            <a:ext cx="7363159" cy="3530599"/>
          </a:xfrm>
        </p:spPr>
        <p:txBody>
          <a:bodyPr/>
          <a:lstStyle/>
          <a:p>
            <a:r>
              <a:rPr lang="en-US" dirty="0"/>
              <a:t>Linear Regression provides an effective approach for predicting manufacturing equipment output.</a:t>
            </a:r>
          </a:p>
          <a:p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The project involved synthetic data generation, exploratory data analysis, feature engineering, and model training, followed by evaluation using metrics such as R², MSE, RMSE, and MAE</a:t>
            </a:r>
            <a:r>
              <a:rPr lang="en-IN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dirty="0"/>
          </a:p>
          <a:p>
            <a:r>
              <a:rPr lang="en-US" dirty="0"/>
              <a:t> The model helps industries optimize operational parameters, improve production efficiency, reduce costs, and support informed decision-making, leading to enhanced overall productivity.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5ABC-1FC7-44EB-04C8-811FA90F5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1" y="1837510"/>
            <a:ext cx="6440050" cy="2107474"/>
          </a:xfrm>
        </p:spPr>
        <p:txBody>
          <a:bodyPr/>
          <a:lstStyle/>
          <a:p>
            <a:pPr algn="r"/>
            <a:r>
              <a:rPr lang="en-US" sz="9600" b="1" dirty="0"/>
              <a:t>Thank You</a:t>
            </a:r>
            <a:endParaRPr lang="en-IN" sz="9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97165-21C9-A1BA-C53C-584539414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1" y="4493624"/>
            <a:ext cx="5917677" cy="792480"/>
          </a:xfrm>
        </p:spPr>
        <p:txBody>
          <a:bodyPr>
            <a:normAutofit/>
          </a:bodyPr>
          <a:lstStyle/>
          <a:p>
            <a:r>
              <a:rPr lang="en-US" sz="2800" dirty="0"/>
              <a:t>Any Queries 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4096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447</TotalTime>
  <Words>1004</Words>
  <Application>Microsoft Office PowerPoint</Application>
  <PresentationFormat>On-screen Show (4:3)</PresentationFormat>
  <Paragraphs>152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Century Gothic</vt:lpstr>
      <vt:lpstr>Times New Roman</vt:lpstr>
      <vt:lpstr>Wingdings 3</vt:lpstr>
      <vt:lpstr>Ion Boardroom</vt:lpstr>
      <vt:lpstr>Title</vt:lpstr>
      <vt:lpstr>Table of Contents </vt:lpstr>
      <vt:lpstr>Problem Statement</vt:lpstr>
      <vt:lpstr>Overview of the Project</vt:lpstr>
      <vt:lpstr>Methodology</vt:lpstr>
      <vt:lpstr>Data Collection and Loading</vt:lpstr>
      <vt:lpstr>🔥 Heatmap</vt:lpstr>
      <vt:lpstr>2.Data Preprocessing</vt:lpstr>
      <vt:lpstr>PowerPoint Presentation</vt:lpstr>
      <vt:lpstr>Exploratory Data Analysis</vt:lpstr>
      <vt:lpstr>PowerPoint Presentation</vt:lpstr>
      <vt:lpstr>Feature Engineering</vt:lpstr>
      <vt:lpstr>PowerPoint Presentation</vt:lpstr>
      <vt:lpstr>Model training using linear regression</vt:lpstr>
      <vt:lpstr>Model evaluation </vt:lpstr>
      <vt:lpstr>Deployment using FatsAPI and Docker</vt:lpstr>
      <vt:lpstr>PowerPoint Presentation</vt:lpstr>
      <vt:lpstr>PowerPoint Presentation</vt:lpstr>
      <vt:lpstr>PowerPoint Presentation</vt:lpstr>
      <vt:lpstr>Business Impact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prachiphad06@gmail.com</cp:lastModifiedBy>
  <cp:revision>4</cp:revision>
  <dcterms:created xsi:type="dcterms:W3CDTF">2013-01-27T09:14:16Z</dcterms:created>
  <dcterms:modified xsi:type="dcterms:W3CDTF">2026-06-26T09:39:03Z</dcterms:modified>
  <cp:category/>
</cp:coreProperties>
</file>